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3" r:id="rId1"/>
    <p:sldMasterId id="2147483693" r:id="rId2"/>
  </p:sldMasterIdLst>
  <p:notesMasterIdLst>
    <p:notesMasterId r:id="rId10"/>
  </p:notesMasterIdLst>
  <p:handoutMasterIdLst>
    <p:handoutMasterId r:id="rId11"/>
  </p:handoutMasterIdLst>
  <p:sldIdLst>
    <p:sldId id="356" r:id="rId3"/>
    <p:sldId id="357" r:id="rId4"/>
    <p:sldId id="367" r:id="rId5"/>
    <p:sldId id="361" r:id="rId6"/>
    <p:sldId id="368" r:id="rId7"/>
    <p:sldId id="369" r:id="rId8"/>
    <p:sldId id="366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A410"/>
    <a:srgbClr val="00D040"/>
    <a:srgbClr val="A3A3A3"/>
    <a:srgbClr val="FCB040"/>
    <a:srgbClr val="037CCF"/>
    <a:srgbClr val="F5C247"/>
    <a:srgbClr val="B5D301"/>
    <a:srgbClr val="022A40"/>
    <a:srgbClr val="3AB54A"/>
    <a:srgbClr val="C418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/>
    <p:restoredTop sz="94508"/>
  </p:normalViewPr>
  <p:slideViewPr>
    <p:cSldViewPr>
      <p:cViewPr varScale="1">
        <p:scale>
          <a:sx n="100" d="100"/>
          <a:sy n="100" d="100"/>
        </p:scale>
        <p:origin x="72" y="58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-2838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62424-DDEB-4A97-8DF5-6BF96CCB3FB5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53C4B-F994-412E-85D8-E2AB9829285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699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ABD2D-06EE-4924-A970-DA7F071D30DD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73052-1C4D-4D99-A058-91D579108362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35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4829" y="2952750"/>
            <a:ext cx="4837771" cy="1293327"/>
          </a:xfrm>
          <a:noFill/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909" y="4438856"/>
            <a:ext cx="5294971" cy="187075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050" b="1" i="0" spc="600">
                <a:solidFill>
                  <a:schemeClr val="accent2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84079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4829" y="514349"/>
            <a:ext cx="4456772" cy="1055862"/>
          </a:xfrm>
          <a:noFill/>
        </p:spPr>
        <p:txBody>
          <a:bodyPr lIns="0" tIns="0" rIns="0" bIns="0" anchor="b" anchorCtr="0">
            <a:noAutofit/>
          </a:bodyPr>
          <a:lstStyle>
            <a:lvl1pPr>
              <a:defRPr sz="3200"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4829" y="4629150"/>
            <a:ext cx="7212167" cy="239676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1200" b="0" i="0" spc="60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B91A17-D079-5E46-B369-A0A0672DB64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24829" y="1811937"/>
            <a:ext cx="3048000" cy="2362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5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You can edit this text here. Click here to edit this text.</a:t>
            </a:r>
          </a:p>
          <a:p>
            <a:pPr lvl="0"/>
            <a:endParaRPr lang="en-US" dirty="0"/>
          </a:p>
          <a:p>
            <a:pPr marL="0" marR="0" lvl="0" indent="0" algn="l" defTabSz="9143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You can edit this text here. Click here to edit this text.</a:t>
            </a:r>
            <a:endParaRPr lang="en-BR" dirty="0"/>
          </a:p>
          <a:p>
            <a:pPr lvl="0"/>
            <a:endParaRPr lang="en-US" dirty="0"/>
          </a:p>
          <a:p>
            <a:pPr marL="0" marR="0" lvl="0" indent="0" algn="l" defTabSz="9143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You can edit this text here. Click here to edit this text.</a:t>
            </a:r>
            <a:endParaRPr lang="en-B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D5F85B-1726-9020-C59B-08B82647EE22}"/>
              </a:ext>
            </a:extLst>
          </p:cNvPr>
          <p:cNvSpPr/>
          <p:nvPr userDrawn="1"/>
        </p:nvSpPr>
        <p:spPr>
          <a:xfrm rot="5400000">
            <a:off x="4429124" y="-4429125"/>
            <a:ext cx="285749" cy="9144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62900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4829" y="514349"/>
            <a:ext cx="4456772" cy="1055862"/>
          </a:xfrm>
          <a:noFill/>
        </p:spPr>
        <p:txBody>
          <a:bodyPr lIns="0" tIns="0" rIns="0" bIns="0" anchor="b" anchorCtr="0">
            <a:noAutofit/>
          </a:bodyPr>
          <a:lstStyle>
            <a:lvl1pPr>
              <a:defRPr sz="3200"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4829" y="4629151"/>
            <a:ext cx="7123771" cy="228599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b="0" i="0" spc="6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B91A17-D079-5E46-B369-A0A0672DB64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24829" y="1811937"/>
            <a:ext cx="3048000" cy="2362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5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You can edit this text here. Click here to edit this text.</a:t>
            </a:r>
          </a:p>
          <a:p>
            <a:pPr lvl="0"/>
            <a:endParaRPr lang="en-US" dirty="0"/>
          </a:p>
          <a:p>
            <a:pPr marL="0" marR="0" lvl="0" indent="0" algn="l" defTabSz="9143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You can edit this text here. Click here to edit this text.</a:t>
            </a:r>
            <a:endParaRPr lang="en-BR" dirty="0"/>
          </a:p>
          <a:p>
            <a:pPr lvl="0"/>
            <a:endParaRPr lang="en-US" dirty="0"/>
          </a:p>
          <a:p>
            <a:pPr marL="0" marR="0" lvl="0" indent="0" algn="l" defTabSz="9143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You can edit this text here. Click here to edit this text.</a:t>
            </a:r>
            <a:endParaRPr lang="en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710CEE-2CC3-D5E6-835A-291E13955781}"/>
              </a:ext>
            </a:extLst>
          </p:cNvPr>
          <p:cNvSpPr/>
          <p:nvPr userDrawn="1"/>
        </p:nvSpPr>
        <p:spPr>
          <a:xfrm rot="5400000">
            <a:off x="4429124" y="-4429125"/>
            <a:ext cx="285749" cy="9144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1478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4829" y="514349"/>
            <a:ext cx="4456772" cy="1055862"/>
          </a:xfrm>
          <a:noFill/>
        </p:spPr>
        <p:txBody>
          <a:bodyPr lIns="0" tIns="0" rIns="0" bIns="0" anchor="b" anchorCtr="0">
            <a:noAutofit/>
          </a:bodyPr>
          <a:lstStyle>
            <a:lvl1pPr>
              <a:defRPr sz="3200" b="1" i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4829" y="4629150"/>
            <a:ext cx="7123771" cy="228600"/>
          </a:xfrm>
        </p:spPr>
        <p:txBody>
          <a:bodyPr vert="horz" lIns="0" tIns="0" rIns="0" bIns="0" rtlCol="0">
            <a:noAutofit/>
          </a:bodyPr>
          <a:lstStyle>
            <a:lvl1pPr>
              <a:defRPr lang="en-US" sz="1200" b="0" i="0" spc="6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B91A17-D079-5E46-B369-A0A0672DB64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24829" y="1811937"/>
            <a:ext cx="3048000" cy="2362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5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You can edit this text here. Click here to edit this text.</a:t>
            </a:r>
          </a:p>
          <a:p>
            <a:pPr lvl="0"/>
            <a:endParaRPr lang="en-US" dirty="0"/>
          </a:p>
          <a:p>
            <a:pPr marL="0" marR="0" lvl="0" indent="0" algn="l" defTabSz="9143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You can edit this text here. Click here to edit this text.</a:t>
            </a:r>
            <a:endParaRPr lang="en-BR" dirty="0"/>
          </a:p>
          <a:p>
            <a:pPr lvl="0"/>
            <a:endParaRPr lang="en-US" dirty="0"/>
          </a:p>
          <a:p>
            <a:pPr marL="0" marR="0" lvl="0" indent="0" algn="l" defTabSz="9143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You can edit this text here. Click here to edit this text.</a:t>
            </a:r>
            <a:endParaRPr lang="en-BR" dirty="0"/>
          </a:p>
        </p:txBody>
      </p:sp>
      <p:sp>
        <p:nvSpPr>
          <p:cNvPr id="6" name="Content Placeholder 11">
            <a:extLst>
              <a:ext uri="{FF2B5EF4-FFF2-40B4-BE49-F238E27FC236}">
                <a16:creationId xmlns:a16="http://schemas.microsoft.com/office/drawing/2014/main" id="{D8F1B577-EF79-DD41-BEB0-F206FB7567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15883" y="1811937"/>
            <a:ext cx="3048000" cy="2362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5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You can edit this text here. Click here to edit this text.</a:t>
            </a:r>
          </a:p>
          <a:p>
            <a:pPr lvl="0"/>
            <a:endParaRPr lang="en-US" dirty="0"/>
          </a:p>
          <a:p>
            <a:pPr marL="0" marR="0" lvl="0" indent="0" algn="l" defTabSz="9143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You can edit this text here. Click here to edit this text.</a:t>
            </a:r>
            <a:endParaRPr lang="en-BR" dirty="0"/>
          </a:p>
          <a:p>
            <a:pPr lvl="0"/>
            <a:endParaRPr lang="en-US" dirty="0"/>
          </a:p>
          <a:p>
            <a:pPr marL="0" marR="0" lvl="0" indent="0" algn="l" defTabSz="91436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You can edit this text here. Click here to edit this text.</a:t>
            </a:r>
            <a:endParaRPr lang="en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8DF210-7CBB-ED4F-E872-95DE22531EEA}"/>
              </a:ext>
            </a:extLst>
          </p:cNvPr>
          <p:cNvSpPr/>
          <p:nvPr userDrawn="1"/>
        </p:nvSpPr>
        <p:spPr>
          <a:xfrm rot="5400000">
            <a:off x="4429124" y="-4429125"/>
            <a:ext cx="285749" cy="9144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09907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21396"/>
            <a:ext cx="5791200" cy="476249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1" i="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 rot="16200000">
            <a:off x="7364779" y="2834772"/>
            <a:ext cx="3026658" cy="152403"/>
          </a:xfrm>
        </p:spPr>
        <p:txBody>
          <a:bodyPr vert="horz" lIns="0" tIns="0" rIns="0" bIns="0" rtlCol="0">
            <a:noAutofit/>
          </a:bodyPr>
          <a:lstStyle>
            <a:lvl1pPr>
              <a:defRPr lang="en-US" sz="1000" b="0" i="0" spc="6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954C48-7057-BE48-83D2-79A31F02722C}"/>
              </a:ext>
            </a:extLst>
          </p:cNvPr>
          <p:cNvSpPr/>
          <p:nvPr userDrawn="1"/>
        </p:nvSpPr>
        <p:spPr>
          <a:xfrm rot="5400000">
            <a:off x="4429124" y="-4429125"/>
            <a:ext cx="285749" cy="9144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AFF8B8-A5F4-174F-8FF1-3A5D823E6644}"/>
              </a:ext>
            </a:extLst>
          </p:cNvPr>
          <p:cNvSpPr/>
          <p:nvPr userDrawn="1"/>
        </p:nvSpPr>
        <p:spPr>
          <a:xfrm>
            <a:off x="8799450" y="4552950"/>
            <a:ext cx="152401" cy="5905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44799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 rot="16200000">
            <a:off x="7364779" y="2834772"/>
            <a:ext cx="3026658" cy="152403"/>
          </a:xfrm>
        </p:spPr>
        <p:txBody>
          <a:bodyPr vert="horz" lIns="0" tIns="0" rIns="0" bIns="0" rtlCol="0">
            <a:noAutofit/>
          </a:bodyPr>
          <a:lstStyle>
            <a:lvl1pPr>
              <a:defRPr lang="en-US" sz="1000" b="0" i="0" spc="600" dirty="0">
                <a:solidFill>
                  <a:schemeClr val="accent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AFF8B8-A5F4-174F-8FF1-3A5D823E6644}"/>
              </a:ext>
            </a:extLst>
          </p:cNvPr>
          <p:cNvSpPr/>
          <p:nvPr userDrawn="1"/>
        </p:nvSpPr>
        <p:spPr>
          <a:xfrm>
            <a:off x="8799450" y="4552950"/>
            <a:ext cx="152401" cy="5905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6AF6F3-B038-D54B-3776-F1159ED80F11}"/>
              </a:ext>
            </a:extLst>
          </p:cNvPr>
          <p:cNvSpPr/>
          <p:nvPr userDrawn="1"/>
        </p:nvSpPr>
        <p:spPr>
          <a:xfrm rot="5400000">
            <a:off x="4429124" y="-4429125"/>
            <a:ext cx="285749" cy="9144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16783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740992"/>
            <a:ext cx="7772400" cy="458115"/>
          </a:xfrm>
        </p:spPr>
        <p:txBody>
          <a:bodyPr/>
          <a:lstStyle>
            <a:lvl1pPr algn="ctr">
              <a:defRPr lang="en-US" sz="3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32020"/>
            <a:ext cx="6400800" cy="57333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1" indent="0">
              <a:buNone/>
              <a:defRPr sz="2000" b="1"/>
            </a:lvl2pPr>
            <a:lvl3pPr marL="914362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4" indent="0">
              <a:buNone/>
              <a:defRPr sz="1600" b="1"/>
            </a:lvl5pPr>
            <a:lvl6pPr marL="2285905" indent="0">
              <a:buNone/>
              <a:defRPr sz="1600" b="1"/>
            </a:lvl6pPr>
            <a:lvl7pPr marL="2743086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1" indent="0">
              <a:buNone/>
              <a:defRPr sz="2000" b="1"/>
            </a:lvl2pPr>
            <a:lvl3pPr marL="914362" indent="0">
              <a:buNone/>
              <a:defRPr sz="1800" b="1"/>
            </a:lvl3pPr>
            <a:lvl4pPr marL="1371543" indent="0">
              <a:buNone/>
              <a:defRPr sz="1600" b="1"/>
            </a:lvl4pPr>
            <a:lvl5pPr marL="1828724" indent="0">
              <a:buNone/>
              <a:defRPr sz="1600" b="1"/>
            </a:lvl5pPr>
            <a:lvl6pPr marL="2285905" indent="0">
              <a:buNone/>
              <a:defRPr sz="1600" b="1"/>
            </a:lvl6pPr>
            <a:lvl7pPr marL="2743086" indent="0">
              <a:buNone/>
              <a:defRPr sz="1600" b="1"/>
            </a:lvl7pPr>
            <a:lvl8pPr marL="3200266" indent="0">
              <a:buNone/>
              <a:defRPr sz="1600" b="1"/>
            </a:lvl8pPr>
            <a:lvl9pPr marL="365744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36971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36971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42950"/>
            <a:ext cx="8229600" cy="3810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4263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1" indent="0">
              <a:buNone/>
              <a:defRPr sz="1200"/>
            </a:lvl2pPr>
            <a:lvl3pPr marL="914362" indent="0">
              <a:buNone/>
              <a:defRPr sz="1000"/>
            </a:lvl3pPr>
            <a:lvl4pPr marL="1371543" indent="0">
              <a:buNone/>
              <a:defRPr sz="900"/>
            </a:lvl4pPr>
            <a:lvl5pPr marL="1828724" indent="0">
              <a:buNone/>
              <a:defRPr sz="900"/>
            </a:lvl5pPr>
            <a:lvl6pPr marL="2285905" indent="0">
              <a:buNone/>
              <a:defRPr sz="900"/>
            </a:lvl6pPr>
            <a:lvl7pPr marL="2743086" indent="0">
              <a:buNone/>
              <a:defRPr sz="900"/>
            </a:lvl7pPr>
            <a:lvl8pPr marL="3200266" indent="0">
              <a:buNone/>
              <a:defRPr sz="900"/>
            </a:lvl8pPr>
            <a:lvl9pPr marL="365744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181" indent="0">
              <a:buNone/>
              <a:defRPr sz="2800"/>
            </a:lvl2pPr>
            <a:lvl3pPr marL="914362" indent="0">
              <a:buNone/>
              <a:defRPr sz="2400"/>
            </a:lvl3pPr>
            <a:lvl4pPr marL="1371543" indent="0">
              <a:buNone/>
              <a:defRPr sz="2000"/>
            </a:lvl4pPr>
            <a:lvl5pPr marL="1828724" indent="0">
              <a:buNone/>
              <a:defRPr sz="2000"/>
            </a:lvl5pPr>
            <a:lvl6pPr marL="2285905" indent="0">
              <a:buNone/>
              <a:defRPr sz="2000"/>
            </a:lvl6pPr>
            <a:lvl7pPr marL="2743086" indent="0">
              <a:buNone/>
              <a:defRPr sz="2000"/>
            </a:lvl7pPr>
            <a:lvl8pPr marL="3200266" indent="0">
              <a:buNone/>
              <a:defRPr sz="2000"/>
            </a:lvl8pPr>
            <a:lvl9pPr marL="3657448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1" indent="0">
              <a:buNone/>
              <a:defRPr sz="1200"/>
            </a:lvl2pPr>
            <a:lvl3pPr marL="914362" indent="0">
              <a:buNone/>
              <a:defRPr sz="1000"/>
            </a:lvl3pPr>
            <a:lvl4pPr marL="1371543" indent="0">
              <a:buNone/>
              <a:defRPr sz="900"/>
            </a:lvl4pPr>
            <a:lvl5pPr marL="1828724" indent="0">
              <a:buNone/>
              <a:defRPr sz="900"/>
            </a:lvl5pPr>
            <a:lvl6pPr marL="2285905" indent="0">
              <a:buNone/>
              <a:defRPr sz="900"/>
            </a:lvl6pPr>
            <a:lvl7pPr marL="2743086" indent="0">
              <a:buNone/>
              <a:defRPr sz="900"/>
            </a:lvl7pPr>
            <a:lvl8pPr marL="3200266" indent="0">
              <a:buNone/>
              <a:defRPr sz="900"/>
            </a:lvl8pPr>
            <a:lvl9pPr marL="365744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model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36971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42950"/>
            <a:ext cx="8229600" cy="3810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3C9D71F-61B9-0A61-FDC4-04AC6B60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1236593" y="2434793"/>
            <a:ext cx="2894846" cy="273915"/>
          </a:xfrm>
        </p:spPr>
        <p:txBody>
          <a:bodyPr/>
          <a:lstStyle>
            <a:lvl1pPr>
              <a:defRPr sz="135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9" name="Slide Number Placeholder 4">
            <a:extLst>
              <a:ext uri="{FF2B5EF4-FFF2-40B4-BE49-F238E27FC236}">
                <a16:creationId xmlns:a16="http://schemas.microsoft.com/office/drawing/2014/main" id="{38A94293-BC3D-A0ED-A27B-9237FBA8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3500" y="4540726"/>
            <a:ext cx="782814" cy="440349"/>
          </a:xfrm>
        </p:spPr>
        <p:txBody>
          <a:bodyPr/>
          <a:lstStyle>
            <a:lvl1pPr algn="ctr">
              <a:defRPr sz="2100">
                <a:solidFill>
                  <a:schemeClr val="accent1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fld id="{96E69268-9C8B-4EBF-A9EE-DC5DC2D48DC3}" type="slidenum">
              <a:rPr lang="en-US" smtClean="0"/>
              <a:pPr/>
              <a:t>‹Nº›</a:t>
            </a:fld>
            <a:endParaRPr lang="en-US" dirty="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E67ED8F-6863-F87D-C180-6B116C52E4FB}"/>
              </a:ext>
            </a:extLst>
          </p:cNvPr>
          <p:cNvGrpSpPr/>
          <p:nvPr/>
        </p:nvGrpSpPr>
        <p:grpSpPr>
          <a:xfrm flipH="1">
            <a:off x="6932723" y="0"/>
            <a:ext cx="2234370" cy="5143500"/>
            <a:chOff x="-14748" y="0"/>
            <a:chExt cx="2978384" cy="6858000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BD853ED2-8DB3-C7AB-0F2E-F8CD9B94C8ED}"/>
                </a:ext>
              </a:extLst>
            </p:cNvPr>
            <p:cNvSpPr/>
            <p:nvPr/>
          </p:nvSpPr>
          <p:spPr>
            <a:xfrm>
              <a:off x="-9031" y="0"/>
              <a:ext cx="2972667" cy="6858000"/>
            </a:xfrm>
            <a:prstGeom prst="rect">
              <a:avLst/>
            </a:prstGeom>
            <a:gradFill flip="none" rotWithShape="1">
              <a:gsLst>
                <a:gs pos="25000">
                  <a:srgbClr val="131849"/>
                </a:gs>
                <a:gs pos="100000">
                  <a:srgbClr val="131849"/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35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B08047A9-BE9F-550E-0F0B-EC1D12520E8B}"/>
                </a:ext>
              </a:extLst>
            </p:cNvPr>
            <p:cNvSpPr/>
            <p:nvPr/>
          </p:nvSpPr>
          <p:spPr>
            <a:xfrm flipH="1">
              <a:off x="2207788" y="5998214"/>
              <a:ext cx="741623" cy="856420"/>
            </a:xfrm>
            <a:custGeom>
              <a:avLst/>
              <a:gdLst>
                <a:gd name="connsiteX0" fmla="*/ 0 w 715953"/>
                <a:gd name="connsiteY0" fmla="*/ 620130 h 826777"/>
                <a:gd name="connsiteX1" fmla="*/ 357976 w 715953"/>
                <a:gd name="connsiteY1" fmla="*/ 826777 h 826777"/>
                <a:gd name="connsiteX2" fmla="*/ 715953 w 715953"/>
                <a:gd name="connsiteY2" fmla="*/ 620130 h 826777"/>
                <a:gd name="connsiteX3" fmla="*/ 715953 w 715953"/>
                <a:gd name="connsiteY3" fmla="*/ 206742 h 826777"/>
                <a:gd name="connsiteX4" fmla="*/ 357976 w 715953"/>
                <a:gd name="connsiteY4" fmla="*/ 0 h 826777"/>
                <a:gd name="connsiteX5" fmla="*/ 0 w 715953"/>
                <a:gd name="connsiteY5" fmla="*/ 206742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3" h="826777">
                  <a:moveTo>
                    <a:pt x="0" y="620130"/>
                  </a:moveTo>
                  <a:lnTo>
                    <a:pt x="357976" y="826777"/>
                  </a:lnTo>
                  <a:lnTo>
                    <a:pt x="715953" y="620130"/>
                  </a:lnTo>
                  <a:lnTo>
                    <a:pt x="715953" y="206742"/>
                  </a:lnTo>
                  <a:lnTo>
                    <a:pt x="357976" y="0"/>
                  </a:lnTo>
                  <a:lnTo>
                    <a:pt x="0" y="206742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FF12E847-1647-A629-5DAF-D27DFB4A3F1B}"/>
                </a:ext>
              </a:extLst>
            </p:cNvPr>
            <p:cNvSpPr/>
            <p:nvPr/>
          </p:nvSpPr>
          <p:spPr>
            <a:xfrm flipH="1">
              <a:off x="2568887" y="6426423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8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9B5BA22-D319-1D44-6430-ABC0B4DDFF65}"/>
                </a:ext>
              </a:extLst>
            </p:cNvPr>
            <p:cNvSpPr/>
            <p:nvPr/>
          </p:nvSpPr>
          <p:spPr>
            <a:xfrm flipH="1">
              <a:off x="2207788" y="6212367"/>
              <a:ext cx="370811" cy="214056"/>
            </a:xfrm>
            <a:custGeom>
              <a:avLst/>
              <a:gdLst>
                <a:gd name="connsiteX0" fmla="*/ 357977 w 357976"/>
                <a:gd name="connsiteY0" fmla="*/ 0 h 206647"/>
                <a:gd name="connsiteX1" fmla="*/ 0 w 357976"/>
                <a:gd name="connsiteY1" fmla="*/ 206648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7" y="0"/>
                  </a:moveTo>
                  <a:lnTo>
                    <a:pt x="0" y="20664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302F51B1-B997-F537-B6A0-8FE33D885825}"/>
                </a:ext>
              </a:extLst>
            </p:cNvPr>
            <p:cNvSpPr/>
            <p:nvPr/>
          </p:nvSpPr>
          <p:spPr>
            <a:xfrm flipH="1">
              <a:off x="2578600" y="6212367"/>
              <a:ext cx="370811" cy="214056"/>
            </a:xfrm>
            <a:custGeom>
              <a:avLst/>
              <a:gdLst>
                <a:gd name="connsiteX0" fmla="*/ 357976 w 357976"/>
                <a:gd name="connsiteY0" fmla="*/ 206648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8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3E5D98F-9ACB-F229-4A80-0C048CC932A0}"/>
                </a:ext>
              </a:extLst>
            </p:cNvPr>
            <p:cNvSpPr/>
            <p:nvPr/>
          </p:nvSpPr>
          <p:spPr>
            <a:xfrm flipH="1">
              <a:off x="2207788" y="5141793"/>
              <a:ext cx="741623" cy="856420"/>
            </a:xfrm>
            <a:custGeom>
              <a:avLst/>
              <a:gdLst>
                <a:gd name="connsiteX0" fmla="*/ 0 w 715953"/>
                <a:gd name="connsiteY0" fmla="*/ 620130 h 826777"/>
                <a:gd name="connsiteX1" fmla="*/ 357976 w 715953"/>
                <a:gd name="connsiteY1" fmla="*/ 826777 h 826777"/>
                <a:gd name="connsiteX2" fmla="*/ 715953 w 715953"/>
                <a:gd name="connsiteY2" fmla="*/ 620130 h 826777"/>
                <a:gd name="connsiteX3" fmla="*/ 715953 w 715953"/>
                <a:gd name="connsiteY3" fmla="*/ 206741 h 826777"/>
                <a:gd name="connsiteX4" fmla="*/ 357976 w 715953"/>
                <a:gd name="connsiteY4" fmla="*/ 0 h 826777"/>
                <a:gd name="connsiteX5" fmla="*/ 0 w 715953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3" h="826777">
                  <a:moveTo>
                    <a:pt x="0" y="620130"/>
                  </a:moveTo>
                  <a:lnTo>
                    <a:pt x="357976" y="826777"/>
                  </a:lnTo>
                  <a:lnTo>
                    <a:pt x="715953" y="620130"/>
                  </a:lnTo>
                  <a:lnTo>
                    <a:pt x="715953" y="206741"/>
                  </a:lnTo>
                  <a:lnTo>
                    <a:pt x="357976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A9D41816-4C6E-4759-961D-1B32838E4E4D}"/>
                </a:ext>
              </a:extLst>
            </p:cNvPr>
            <p:cNvSpPr/>
            <p:nvPr/>
          </p:nvSpPr>
          <p:spPr>
            <a:xfrm flipH="1">
              <a:off x="2568887" y="5570003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A67DE6D4-ABE0-1DB4-C2D8-4F0F059ECF58}"/>
                </a:ext>
              </a:extLst>
            </p:cNvPr>
            <p:cNvSpPr/>
            <p:nvPr/>
          </p:nvSpPr>
          <p:spPr>
            <a:xfrm flipH="1">
              <a:off x="2207788" y="5355947"/>
              <a:ext cx="370811" cy="214056"/>
            </a:xfrm>
            <a:custGeom>
              <a:avLst/>
              <a:gdLst>
                <a:gd name="connsiteX0" fmla="*/ 357977 w 357976"/>
                <a:gd name="connsiteY0" fmla="*/ 0 h 206647"/>
                <a:gd name="connsiteX1" fmla="*/ 0 w 357976"/>
                <a:gd name="connsiteY1" fmla="*/ 206648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7" y="0"/>
                  </a:moveTo>
                  <a:lnTo>
                    <a:pt x="0" y="20664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1FF7E53-4576-D16F-E4A1-5B3B3A1D65D3}"/>
                </a:ext>
              </a:extLst>
            </p:cNvPr>
            <p:cNvSpPr/>
            <p:nvPr/>
          </p:nvSpPr>
          <p:spPr>
            <a:xfrm flipH="1">
              <a:off x="2578600" y="5355947"/>
              <a:ext cx="370811" cy="214056"/>
            </a:xfrm>
            <a:custGeom>
              <a:avLst/>
              <a:gdLst>
                <a:gd name="connsiteX0" fmla="*/ 357976 w 357976"/>
                <a:gd name="connsiteY0" fmla="*/ 206648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8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62362378-7DE5-10B8-A605-F6B9084B5805}"/>
                </a:ext>
              </a:extLst>
            </p:cNvPr>
            <p:cNvSpPr/>
            <p:nvPr/>
          </p:nvSpPr>
          <p:spPr>
            <a:xfrm flipH="1">
              <a:off x="2207788" y="4284692"/>
              <a:ext cx="741623" cy="856420"/>
            </a:xfrm>
            <a:custGeom>
              <a:avLst/>
              <a:gdLst>
                <a:gd name="connsiteX0" fmla="*/ 0 w 715953"/>
                <a:gd name="connsiteY0" fmla="*/ 620130 h 826777"/>
                <a:gd name="connsiteX1" fmla="*/ 357976 w 715953"/>
                <a:gd name="connsiteY1" fmla="*/ 826777 h 826777"/>
                <a:gd name="connsiteX2" fmla="*/ 715953 w 715953"/>
                <a:gd name="connsiteY2" fmla="*/ 620130 h 826777"/>
                <a:gd name="connsiteX3" fmla="*/ 715953 w 715953"/>
                <a:gd name="connsiteY3" fmla="*/ 206741 h 826777"/>
                <a:gd name="connsiteX4" fmla="*/ 357976 w 715953"/>
                <a:gd name="connsiteY4" fmla="*/ 0 h 826777"/>
                <a:gd name="connsiteX5" fmla="*/ 0 w 715953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3" h="826777">
                  <a:moveTo>
                    <a:pt x="0" y="620130"/>
                  </a:moveTo>
                  <a:lnTo>
                    <a:pt x="357976" y="826777"/>
                  </a:lnTo>
                  <a:lnTo>
                    <a:pt x="715953" y="620130"/>
                  </a:lnTo>
                  <a:lnTo>
                    <a:pt x="715953" y="206741"/>
                  </a:lnTo>
                  <a:lnTo>
                    <a:pt x="357976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A1A9283B-FBFC-AF12-EE65-0F3E0DFE4163}"/>
                </a:ext>
              </a:extLst>
            </p:cNvPr>
            <p:cNvSpPr/>
            <p:nvPr/>
          </p:nvSpPr>
          <p:spPr>
            <a:xfrm flipH="1">
              <a:off x="2568887" y="4712903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DF550E3-5F88-7821-8B8E-66AB7083A9CC}"/>
                </a:ext>
              </a:extLst>
            </p:cNvPr>
            <p:cNvSpPr/>
            <p:nvPr/>
          </p:nvSpPr>
          <p:spPr>
            <a:xfrm flipH="1">
              <a:off x="2207788" y="4498846"/>
              <a:ext cx="370811" cy="214056"/>
            </a:xfrm>
            <a:custGeom>
              <a:avLst/>
              <a:gdLst>
                <a:gd name="connsiteX0" fmla="*/ 357977 w 357976"/>
                <a:gd name="connsiteY0" fmla="*/ 0 h 206647"/>
                <a:gd name="connsiteX1" fmla="*/ 0 w 357976"/>
                <a:gd name="connsiteY1" fmla="*/ 206648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7" y="0"/>
                  </a:moveTo>
                  <a:lnTo>
                    <a:pt x="0" y="20664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70C7F35-F5DD-E671-FAE5-DDCBB3C728B7}"/>
                </a:ext>
              </a:extLst>
            </p:cNvPr>
            <p:cNvSpPr/>
            <p:nvPr/>
          </p:nvSpPr>
          <p:spPr>
            <a:xfrm flipH="1">
              <a:off x="2578600" y="4498846"/>
              <a:ext cx="370811" cy="214056"/>
            </a:xfrm>
            <a:custGeom>
              <a:avLst/>
              <a:gdLst>
                <a:gd name="connsiteX0" fmla="*/ 357976 w 357976"/>
                <a:gd name="connsiteY0" fmla="*/ 206648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8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34800822-769A-0D7A-68EA-9DC824F4B36C}"/>
                </a:ext>
              </a:extLst>
            </p:cNvPr>
            <p:cNvSpPr/>
            <p:nvPr/>
          </p:nvSpPr>
          <p:spPr>
            <a:xfrm flipH="1">
              <a:off x="2207788" y="3428369"/>
              <a:ext cx="741623" cy="856323"/>
            </a:xfrm>
            <a:custGeom>
              <a:avLst/>
              <a:gdLst>
                <a:gd name="connsiteX0" fmla="*/ 0 w 715953"/>
                <a:gd name="connsiteY0" fmla="*/ 620036 h 826683"/>
                <a:gd name="connsiteX1" fmla="*/ 357976 w 715953"/>
                <a:gd name="connsiteY1" fmla="*/ 826684 h 826683"/>
                <a:gd name="connsiteX2" fmla="*/ 715953 w 715953"/>
                <a:gd name="connsiteY2" fmla="*/ 620036 h 826683"/>
                <a:gd name="connsiteX3" fmla="*/ 715953 w 715953"/>
                <a:gd name="connsiteY3" fmla="*/ 206648 h 826683"/>
                <a:gd name="connsiteX4" fmla="*/ 357976 w 715953"/>
                <a:gd name="connsiteY4" fmla="*/ 0 h 826683"/>
                <a:gd name="connsiteX5" fmla="*/ 0 w 715953"/>
                <a:gd name="connsiteY5" fmla="*/ 206648 h 82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3" h="826683">
                  <a:moveTo>
                    <a:pt x="0" y="620036"/>
                  </a:moveTo>
                  <a:lnTo>
                    <a:pt x="357976" y="826684"/>
                  </a:lnTo>
                  <a:lnTo>
                    <a:pt x="715953" y="620036"/>
                  </a:lnTo>
                  <a:lnTo>
                    <a:pt x="715953" y="206648"/>
                  </a:lnTo>
                  <a:lnTo>
                    <a:pt x="357976" y="0"/>
                  </a:lnTo>
                  <a:lnTo>
                    <a:pt x="0" y="206648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E3A00144-8FDD-2B43-3BCD-4A232EC650D5}"/>
                </a:ext>
              </a:extLst>
            </p:cNvPr>
            <p:cNvSpPr/>
            <p:nvPr/>
          </p:nvSpPr>
          <p:spPr>
            <a:xfrm flipH="1">
              <a:off x="2568887" y="3856482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F7A6177-15E0-A801-755F-74F1F1F94C99}"/>
                </a:ext>
              </a:extLst>
            </p:cNvPr>
            <p:cNvSpPr/>
            <p:nvPr/>
          </p:nvSpPr>
          <p:spPr>
            <a:xfrm flipH="1">
              <a:off x="2207788" y="3642425"/>
              <a:ext cx="370811" cy="214056"/>
            </a:xfrm>
            <a:custGeom>
              <a:avLst/>
              <a:gdLst>
                <a:gd name="connsiteX0" fmla="*/ 357977 w 357976"/>
                <a:gd name="connsiteY0" fmla="*/ 0 h 206647"/>
                <a:gd name="connsiteX1" fmla="*/ 0 w 357976"/>
                <a:gd name="connsiteY1" fmla="*/ 206647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7" y="0"/>
                  </a:moveTo>
                  <a:lnTo>
                    <a:pt x="0" y="206647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28841FA4-3385-60BD-28FB-AC8048C5A160}"/>
                </a:ext>
              </a:extLst>
            </p:cNvPr>
            <p:cNvSpPr/>
            <p:nvPr/>
          </p:nvSpPr>
          <p:spPr>
            <a:xfrm flipH="1">
              <a:off x="2578600" y="3642425"/>
              <a:ext cx="370811" cy="214056"/>
            </a:xfrm>
            <a:custGeom>
              <a:avLst/>
              <a:gdLst>
                <a:gd name="connsiteX0" fmla="*/ 357976 w 357976"/>
                <a:gd name="connsiteY0" fmla="*/ 206647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7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2B0765F-B66B-3298-E148-D79FFD281AE6}"/>
                </a:ext>
              </a:extLst>
            </p:cNvPr>
            <p:cNvSpPr/>
            <p:nvPr/>
          </p:nvSpPr>
          <p:spPr>
            <a:xfrm flipH="1">
              <a:off x="2207788" y="2572240"/>
              <a:ext cx="741623" cy="856420"/>
            </a:xfrm>
            <a:custGeom>
              <a:avLst/>
              <a:gdLst>
                <a:gd name="connsiteX0" fmla="*/ 0 w 715953"/>
                <a:gd name="connsiteY0" fmla="*/ 620036 h 826777"/>
                <a:gd name="connsiteX1" fmla="*/ 357976 w 715953"/>
                <a:gd name="connsiteY1" fmla="*/ 826777 h 826777"/>
                <a:gd name="connsiteX2" fmla="*/ 715953 w 715953"/>
                <a:gd name="connsiteY2" fmla="*/ 620036 h 826777"/>
                <a:gd name="connsiteX3" fmla="*/ 715953 w 715953"/>
                <a:gd name="connsiteY3" fmla="*/ 206647 h 826777"/>
                <a:gd name="connsiteX4" fmla="*/ 357976 w 715953"/>
                <a:gd name="connsiteY4" fmla="*/ 0 h 826777"/>
                <a:gd name="connsiteX5" fmla="*/ 0 w 715953"/>
                <a:gd name="connsiteY5" fmla="*/ 206647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3" h="826777">
                  <a:moveTo>
                    <a:pt x="0" y="620036"/>
                  </a:moveTo>
                  <a:lnTo>
                    <a:pt x="357976" y="826777"/>
                  </a:lnTo>
                  <a:lnTo>
                    <a:pt x="715953" y="620036"/>
                  </a:lnTo>
                  <a:lnTo>
                    <a:pt x="715953" y="206647"/>
                  </a:lnTo>
                  <a:lnTo>
                    <a:pt x="357976" y="0"/>
                  </a:lnTo>
                  <a:lnTo>
                    <a:pt x="0" y="206647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5B862BB8-3529-B5E0-B14B-40075C459E0B}"/>
                </a:ext>
              </a:extLst>
            </p:cNvPr>
            <p:cNvSpPr/>
            <p:nvPr/>
          </p:nvSpPr>
          <p:spPr>
            <a:xfrm flipH="1">
              <a:off x="2568887" y="3000451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C4045A5-D5C5-831F-5D5A-B6F7549F8ECE}"/>
                </a:ext>
              </a:extLst>
            </p:cNvPr>
            <p:cNvSpPr/>
            <p:nvPr/>
          </p:nvSpPr>
          <p:spPr>
            <a:xfrm flipH="1">
              <a:off x="2207788" y="2786296"/>
              <a:ext cx="370811" cy="214153"/>
            </a:xfrm>
            <a:custGeom>
              <a:avLst/>
              <a:gdLst>
                <a:gd name="connsiteX0" fmla="*/ 357977 w 357976"/>
                <a:gd name="connsiteY0" fmla="*/ 0 h 206741"/>
                <a:gd name="connsiteX1" fmla="*/ 0 w 357976"/>
                <a:gd name="connsiteY1" fmla="*/ 206741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741">
                  <a:moveTo>
                    <a:pt x="357977" y="0"/>
                  </a:moveTo>
                  <a:lnTo>
                    <a:pt x="0" y="206741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E1D4903-3F3C-7AB5-296F-9F196E6296F0}"/>
                </a:ext>
              </a:extLst>
            </p:cNvPr>
            <p:cNvSpPr/>
            <p:nvPr/>
          </p:nvSpPr>
          <p:spPr>
            <a:xfrm flipH="1">
              <a:off x="2578600" y="2786296"/>
              <a:ext cx="370811" cy="214153"/>
            </a:xfrm>
            <a:custGeom>
              <a:avLst/>
              <a:gdLst>
                <a:gd name="connsiteX0" fmla="*/ 357976 w 357976"/>
                <a:gd name="connsiteY0" fmla="*/ 206741 h 206741"/>
                <a:gd name="connsiteX1" fmla="*/ 0 w 357976"/>
                <a:gd name="connsiteY1" fmla="*/ 0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741">
                  <a:moveTo>
                    <a:pt x="357976" y="206741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7D34EB17-14A9-DFDD-E174-D2E1516B38C2}"/>
                </a:ext>
              </a:extLst>
            </p:cNvPr>
            <p:cNvSpPr/>
            <p:nvPr/>
          </p:nvSpPr>
          <p:spPr>
            <a:xfrm flipH="1">
              <a:off x="2207788" y="1715819"/>
              <a:ext cx="741623" cy="856420"/>
            </a:xfrm>
            <a:custGeom>
              <a:avLst/>
              <a:gdLst>
                <a:gd name="connsiteX0" fmla="*/ 0 w 715953"/>
                <a:gd name="connsiteY0" fmla="*/ 620130 h 826777"/>
                <a:gd name="connsiteX1" fmla="*/ 357976 w 715953"/>
                <a:gd name="connsiteY1" fmla="*/ 826778 h 826777"/>
                <a:gd name="connsiteX2" fmla="*/ 715953 w 715953"/>
                <a:gd name="connsiteY2" fmla="*/ 620130 h 826777"/>
                <a:gd name="connsiteX3" fmla="*/ 715953 w 715953"/>
                <a:gd name="connsiteY3" fmla="*/ 206741 h 826777"/>
                <a:gd name="connsiteX4" fmla="*/ 357976 w 715953"/>
                <a:gd name="connsiteY4" fmla="*/ 0 h 826777"/>
                <a:gd name="connsiteX5" fmla="*/ 0 w 715953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3" h="826777">
                  <a:moveTo>
                    <a:pt x="0" y="620130"/>
                  </a:moveTo>
                  <a:lnTo>
                    <a:pt x="357976" y="826778"/>
                  </a:lnTo>
                  <a:lnTo>
                    <a:pt x="715953" y="620130"/>
                  </a:lnTo>
                  <a:lnTo>
                    <a:pt x="715953" y="206741"/>
                  </a:lnTo>
                  <a:lnTo>
                    <a:pt x="357976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EEACE51B-8ECD-EACB-9AD9-6FD4670888E5}"/>
                </a:ext>
              </a:extLst>
            </p:cNvPr>
            <p:cNvSpPr/>
            <p:nvPr/>
          </p:nvSpPr>
          <p:spPr>
            <a:xfrm flipH="1">
              <a:off x="2568887" y="2144029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C3EA802-1114-2FB7-8371-5956EF6924C3}"/>
                </a:ext>
              </a:extLst>
            </p:cNvPr>
            <p:cNvSpPr/>
            <p:nvPr/>
          </p:nvSpPr>
          <p:spPr>
            <a:xfrm flipH="1">
              <a:off x="2207788" y="1929973"/>
              <a:ext cx="370811" cy="214056"/>
            </a:xfrm>
            <a:custGeom>
              <a:avLst/>
              <a:gdLst>
                <a:gd name="connsiteX0" fmla="*/ 357977 w 357976"/>
                <a:gd name="connsiteY0" fmla="*/ 0 h 206647"/>
                <a:gd name="connsiteX1" fmla="*/ 0 w 357976"/>
                <a:gd name="connsiteY1" fmla="*/ 206647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7" y="0"/>
                  </a:moveTo>
                  <a:lnTo>
                    <a:pt x="0" y="206647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8A3B1880-4B0C-CC9B-2821-C816C326B0B1}"/>
                </a:ext>
              </a:extLst>
            </p:cNvPr>
            <p:cNvSpPr/>
            <p:nvPr/>
          </p:nvSpPr>
          <p:spPr>
            <a:xfrm flipH="1">
              <a:off x="2578600" y="1929973"/>
              <a:ext cx="370811" cy="214056"/>
            </a:xfrm>
            <a:custGeom>
              <a:avLst/>
              <a:gdLst>
                <a:gd name="connsiteX0" fmla="*/ 357976 w 357976"/>
                <a:gd name="connsiteY0" fmla="*/ 206647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7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8B4C0D0D-205D-DA4C-6BDF-52D36584DFC2}"/>
                </a:ext>
              </a:extLst>
            </p:cNvPr>
            <p:cNvSpPr/>
            <p:nvPr/>
          </p:nvSpPr>
          <p:spPr>
            <a:xfrm flipH="1">
              <a:off x="2207788" y="858719"/>
              <a:ext cx="741623" cy="856420"/>
            </a:xfrm>
            <a:custGeom>
              <a:avLst/>
              <a:gdLst>
                <a:gd name="connsiteX0" fmla="*/ 0 w 715953"/>
                <a:gd name="connsiteY0" fmla="*/ 620036 h 826777"/>
                <a:gd name="connsiteX1" fmla="*/ 357976 w 715953"/>
                <a:gd name="connsiteY1" fmla="*/ 826777 h 826777"/>
                <a:gd name="connsiteX2" fmla="*/ 715953 w 715953"/>
                <a:gd name="connsiteY2" fmla="*/ 620036 h 826777"/>
                <a:gd name="connsiteX3" fmla="*/ 715953 w 715953"/>
                <a:gd name="connsiteY3" fmla="*/ 206647 h 826777"/>
                <a:gd name="connsiteX4" fmla="*/ 357976 w 715953"/>
                <a:gd name="connsiteY4" fmla="*/ 0 h 826777"/>
                <a:gd name="connsiteX5" fmla="*/ 0 w 715953"/>
                <a:gd name="connsiteY5" fmla="*/ 206647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3" h="826777">
                  <a:moveTo>
                    <a:pt x="0" y="620036"/>
                  </a:moveTo>
                  <a:lnTo>
                    <a:pt x="357976" y="826777"/>
                  </a:lnTo>
                  <a:lnTo>
                    <a:pt x="715953" y="620036"/>
                  </a:lnTo>
                  <a:lnTo>
                    <a:pt x="715953" y="206647"/>
                  </a:lnTo>
                  <a:lnTo>
                    <a:pt x="357976" y="0"/>
                  </a:lnTo>
                  <a:lnTo>
                    <a:pt x="0" y="206647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06B48571-5051-2BCE-B5F2-FAD275664176}"/>
                </a:ext>
              </a:extLst>
            </p:cNvPr>
            <p:cNvSpPr/>
            <p:nvPr/>
          </p:nvSpPr>
          <p:spPr>
            <a:xfrm flipH="1">
              <a:off x="2568887" y="1286929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49A78795-F8FB-A3D4-C4AF-39B5A934A6FE}"/>
                </a:ext>
              </a:extLst>
            </p:cNvPr>
            <p:cNvSpPr/>
            <p:nvPr/>
          </p:nvSpPr>
          <p:spPr>
            <a:xfrm flipH="1">
              <a:off x="2207788" y="1072775"/>
              <a:ext cx="370811" cy="214153"/>
            </a:xfrm>
            <a:custGeom>
              <a:avLst/>
              <a:gdLst>
                <a:gd name="connsiteX0" fmla="*/ 357977 w 357976"/>
                <a:gd name="connsiteY0" fmla="*/ 0 h 206741"/>
                <a:gd name="connsiteX1" fmla="*/ 0 w 357976"/>
                <a:gd name="connsiteY1" fmla="*/ 206741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741">
                  <a:moveTo>
                    <a:pt x="357977" y="0"/>
                  </a:moveTo>
                  <a:lnTo>
                    <a:pt x="0" y="206741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CE04648-86B0-73A6-C734-D480577F68E0}"/>
                </a:ext>
              </a:extLst>
            </p:cNvPr>
            <p:cNvSpPr/>
            <p:nvPr/>
          </p:nvSpPr>
          <p:spPr>
            <a:xfrm flipH="1">
              <a:off x="2578600" y="1072775"/>
              <a:ext cx="370811" cy="214153"/>
            </a:xfrm>
            <a:custGeom>
              <a:avLst/>
              <a:gdLst>
                <a:gd name="connsiteX0" fmla="*/ 357976 w 357976"/>
                <a:gd name="connsiteY0" fmla="*/ 206741 h 206741"/>
                <a:gd name="connsiteX1" fmla="*/ 0 w 357976"/>
                <a:gd name="connsiteY1" fmla="*/ 0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741">
                  <a:moveTo>
                    <a:pt x="357976" y="206741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F7160856-7EC3-5FD1-6A92-77FC05EAE1EE}"/>
                </a:ext>
              </a:extLst>
            </p:cNvPr>
            <p:cNvSpPr/>
            <p:nvPr/>
          </p:nvSpPr>
          <p:spPr>
            <a:xfrm flipH="1">
              <a:off x="2207788" y="2298"/>
              <a:ext cx="741623" cy="856420"/>
            </a:xfrm>
            <a:custGeom>
              <a:avLst/>
              <a:gdLst>
                <a:gd name="connsiteX0" fmla="*/ 0 w 715953"/>
                <a:gd name="connsiteY0" fmla="*/ 620130 h 826777"/>
                <a:gd name="connsiteX1" fmla="*/ 357976 w 715953"/>
                <a:gd name="connsiteY1" fmla="*/ 826777 h 826777"/>
                <a:gd name="connsiteX2" fmla="*/ 715953 w 715953"/>
                <a:gd name="connsiteY2" fmla="*/ 620130 h 826777"/>
                <a:gd name="connsiteX3" fmla="*/ 715953 w 715953"/>
                <a:gd name="connsiteY3" fmla="*/ 206741 h 826777"/>
                <a:gd name="connsiteX4" fmla="*/ 357976 w 715953"/>
                <a:gd name="connsiteY4" fmla="*/ 0 h 826777"/>
                <a:gd name="connsiteX5" fmla="*/ 0 w 715953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3" h="826777">
                  <a:moveTo>
                    <a:pt x="0" y="620130"/>
                  </a:moveTo>
                  <a:lnTo>
                    <a:pt x="357976" y="826777"/>
                  </a:lnTo>
                  <a:lnTo>
                    <a:pt x="715953" y="620130"/>
                  </a:lnTo>
                  <a:lnTo>
                    <a:pt x="715953" y="206741"/>
                  </a:lnTo>
                  <a:lnTo>
                    <a:pt x="357976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FBF5E22F-8825-EF4A-B03A-890652F700A8}"/>
                </a:ext>
              </a:extLst>
            </p:cNvPr>
            <p:cNvSpPr/>
            <p:nvPr/>
          </p:nvSpPr>
          <p:spPr>
            <a:xfrm flipH="1">
              <a:off x="2568887" y="430509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AC5815CE-2679-EB95-213C-C164AB6A87DA}"/>
                </a:ext>
              </a:extLst>
            </p:cNvPr>
            <p:cNvSpPr/>
            <p:nvPr/>
          </p:nvSpPr>
          <p:spPr>
            <a:xfrm flipH="1">
              <a:off x="2207788" y="216451"/>
              <a:ext cx="370811" cy="214056"/>
            </a:xfrm>
            <a:custGeom>
              <a:avLst/>
              <a:gdLst>
                <a:gd name="connsiteX0" fmla="*/ 357977 w 357976"/>
                <a:gd name="connsiteY0" fmla="*/ 0 h 206647"/>
                <a:gd name="connsiteX1" fmla="*/ 0 w 357976"/>
                <a:gd name="connsiteY1" fmla="*/ 206647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7" y="0"/>
                  </a:moveTo>
                  <a:lnTo>
                    <a:pt x="0" y="206647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3BF3132D-2489-B001-8A49-440919F50464}"/>
                </a:ext>
              </a:extLst>
            </p:cNvPr>
            <p:cNvSpPr/>
            <p:nvPr/>
          </p:nvSpPr>
          <p:spPr>
            <a:xfrm flipH="1">
              <a:off x="2578600" y="216451"/>
              <a:ext cx="370811" cy="214056"/>
            </a:xfrm>
            <a:custGeom>
              <a:avLst/>
              <a:gdLst>
                <a:gd name="connsiteX0" fmla="*/ 357976 w 357976"/>
                <a:gd name="connsiteY0" fmla="*/ 206647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7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701D3FE2-3191-C1FF-BF4E-AEF1C745FAAF}"/>
                </a:ext>
              </a:extLst>
            </p:cNvPr>
            <p:cNvSpPr/>
            <p:nvPr/>
          </p:nvSpPr>
          <p:spPr>
            <a:xfrm flipH="1">
              <a:off x="1466068" y="5998214"/>
              <a:ext cx="741719" cy="856420"/>
            </a:xfrm>
            <a:custGeom>
              <a:avLst/>
              <a:gdLst>
                <a:gd name="connsiteX0" fmla="*/ 0 w 716046"/>
                <a:gd name="connsiteY0" fmla="*/ 620130 h 826777"/>
                <a:gd name="connsiteX1" fmla="*/ 357976 w 716046"/>
                <a:gd name="connsiteY1" fmla="*/ 826777 h 826777"/>
                <a:gd name="connsiteX2" fmla="*/ 716047 w 716046"/>
                <a:gd name="connsiteY2" fmla="*/ 620130 h 826777"/>
                <a:gd name="connsiteX3" fmla="*/ 716047 w 716046"/>
                <a:gd name="connsiteY3" fmla="*/ 206742 h 826777"/>
                <a:gd name="connsiteX4" fmla="*/ 357976 w 716046"/>
                <a:gd name="connsiteY4" fmla="*/ 0 h 826777"/>
                <a:gd name="connsiteX5" fmla="*/ 0 w 716046"/>
                <a:gd name="connsiteY5" fmla="*/ 206742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130"/>
                  </a:moveTo>
                  <a:lnTo>
                    <a:pt x="357976" y="826777"/>
                  </a:lnTo>
                  <a:lnTo>
                    <a:pt x="716047" y="620130"/>
                  </a:lnTo>
                  <a:lnTo>
                    <a:pt x="716047" y="206742"/>
                  </a:lnTo>
                  <a:lnTo>
                    <a:pt x="357976" y="0"/>
                  </a:lnTo>
                  <a:lnTo>
                    <a:pt x="0" y="206742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BA777E53-3B9B-9A17-6520-B17AA1D647DE}"/>
                </a:ext>
              </a:extLst>
            </p:cNvPr>
            <p:cNvSpPr/>
            <p:nvPr/>
          </p:nvSpPr>
          <p:spPr>
            <a:xfrm flipH="1">
              <a:off x="1827265" y="6426423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8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2AAFD148-1F56-5075-6A2A-C6941E872845}"/>
                </a:ext>
              </a:extLst>
            </p:cNvPr>
            <p:cNvSpPr/>
            <p:nvPr/>
          </p:nvSpPr>
          <p:spPr>
            <a:xfrm flipH="1">
              <a:off x="1466069" y="6212367"/>
              <a:ext cx="370908" cy="214056"/>
            </a:xfrm>
            <a:custGeom>
              <a:avLst/>
              <a:gdLst>
                <a:gd name="connsiteX0" fmla="*/ 358070 w 358070"/>
                <a:gd name="connsiteY0" fmla="*/ 0 h 206647"/>
                <a:gd name="connsiteX1" fmla="*/ 0 w 358070"/>
                <a:gd name="connsiteY1" fmla="*/ 206648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647">
                  <a:moveTo>
                    <a:pt x="358070" y="0"/>
                  </a:moveTo>
                  <a:lnTo>
                    <a:pt x="0" y="20664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C3A08CEB-D4D6-6444-03E4-F2B7036BB619}"/>
                </a:ext>
              </a:extLst>
            </p:cNvPr>
            <p:cNvSpPr/>
            <p:nvPr/>
          </p:nvSpPr>
          <p:spPr>
            <a:xfrm flipH="1">
              <a:off x="1836978" y="6212367"/>
              <a:ext cx="370811" cy="214056"/>
            </a:xfrm>
            <a:custGeom>
              <a:avLst/>
              <a:gdLst>
                <a:gd name="connsiteX0" fmla="*/ 357976 w 357976"/>
                <a:gd name="connsiteY0" fmla="*/ 206648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8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330A4E5-67E7-5644-45C8-407E3909F118}"/>
                </a:ext>
              </a:extLst>
            </p:cNvPr>
            <p:cNvSpPr/>
            <p:nvPr/>
          </p:nvSpPr>
          <p:spPr>
            <a:xfrm flipH="1">
              <a:off x="1466068" y="5141793"/>
              <a:ext cx="741719" cy="856420"/>
            </a:xfrm>
            <a:custGeom>
              <a:avLst/>
              <a:gdLst>
                <a:gd name="connsiteX0" fmla="*/ 0 w 716046"/>
                <a:gd name="connsiteY0" fmla="*/ 620130 h 826777"/>
                <a:gd name="connsiteX1" fmla="*/ 357976 w 716046"/>
                <a:gd name="connsiteY1" fmla="*/ 826777 h 826777"/>
                <a:gd name="connsiteX2" fmla="*/ 716047 w 716046"/>
                <a:gd name="connsiteY2" fmla="*/ 620130 h 826777"/>
                <a:gd name="connsiteX3" fmla="*/ 716047 w 716046"/>
                <a:gd name="connsiteY3" fmla="*/ 206741 h 826777"/>
                <a:gd name="connsiteX4" fmla="*/ 357976 w 716046"/>
                <a:gd name="connsiteY4" fmla="*/ 0 h 826777"/>
                <a:gd name="connsiteX5" fmla="*/ 0 w 716046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130"/>
                  </a:moveTo>
                  <a:lnTo>
                    <a:pt x="357976" y="826777"/>
                  </a:lnTo>
                  <a:lnTo>
                    <a:pt x="716047" y="620130"/>
                  </a:lnTo>
                  <a:lnTo>
                    <a:pt x="716047" y="206741"/>
                  </a:lnTo>
                  <a:lnTo>
                    <a:pt x="357976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3D1A0F1-6FC3-4B3F-1172-E58A0305DC41}"/>
                </a:ext>
              </a:extLst>
            </p:cNvPr>
            <p:cNvSpPr/>
            <p:nvPr/>
          </p:nvSpPr>
          <p:spPr>
            <a:xfrm flipH="1">
              <a:off x="1827265" y="5570003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F5357D02-EC0F-E0B5-F8E5-939A921CCDD2}"/>
                </a:ext>
              </a:extLst>
            </p:cNvPr>
            <p:cNvSpPr/>
            <p:nvPr/>
          </p:nvSpPr>
          <p:spPr>
            <a:xfrm flipH="1">
              <a:off x="1466069" y="5355947"/>
              <a:ext cx="370908" cy="214056"/>
            </a:xfrm>
            <a:custGeom>
              <a:avLst/>
              <a:gdLst>
                <a:gd name="connsiteX0" fmla="*/ 358070 w 358070"/>
                <a:gd name="connsiteY0" fmla="*/ 0 h 206647"/>
                <a:gd name="connsiteX1" fmla="*/ 0 w 358070"/>
                <a:gd name="connsiteY1" fmla="*/ 206648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647">
                  <a:moveTo>
                    <a:pt x="358070" y="0"/>
                  </a:moveTo>
                  <a:lnTo>
                    <a:pt x="0" y="20664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C48AE8CE-BD7A-6F62-7610-83CC94C6BFD3}"/>
                </a:ext>
              </a:extLst>
            </p:cNvPr>
            <p:cNvSpPr/>
            <p:nvPr/>
          </p:nvSpPr>
          <p:spPr>
            <a:xfrm flipH="1">
              <a:off x="1836978" y="5355947"/>
              <a:ext cx="370811" cy="214056"/>
            </a:xfrm>
            <a:custGeom>
              <a:avLst/>
              <a:gdLst>
                <a:gd name="connsiteX0" fmla="*/ 357976 w 357976"/>
                <a:gd name="connsiteY0" fmla="*/ 206648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8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70877AAD-4F3B-1BF4-9661-6B986C73733B}"/>
                </a:ext>
              </a:extLst>
            </p:cNvPr>
            <p:cNvSpPr/>
            <p:nvPr/>
          </p:nvSpPr>
          <p:spPr>
            <a:xfrm flipH="1">
              <a:off x="1466068" y="4284692"/>
              <a:ext cx="741719" cy="856420"/>
            </a:xfrm>
            <a:custGeom>
              <a:avLst/>
              <a:gdLst>
                <a:gd name="connsiteX0" fmla="*/ 0 w 716046"/>
                <a:gd name="connsiteY0" fmla="*/ 620130 h 826777"/>
                <a:gd name="connsiteX1" fmla="*/ 357976 w 716046"/>
                <a:gd name="connsiteY1" fmla="*/ 826777 h 826777"/>
                <a:gd name="connsiteX2" fmla="*/ 716047 w 716046"/>
                <a:gd name="connsiteY2" fmla="*/ 620130 h 826777"/>
                <a:gd name="connsiteX3" fmla="*/ 716047 w 716046"/>
                <a:gd name="connsiteY3" fmla="*/ 206741 h 826777"/>
                <a:gd name="connsiteX4" fmla="*/ 357976 w 716046"/>
                <a:gd name="connsiteY4" fmla="*/ 0 h 826777"/>
                <a:gd name="connsiteX5" fmla="*/ 0 w 716046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130"/>
                  </a:moveTo>
                  <a:lnTo>
                    <a:pt x="357976" y="826777"/>
                  </a:lnTo>
                  <a:lnTo>
                    <a:pt x="716047" y="620130"/>
                  </a:lnTo>
                  <a:lnTo>
                    <a:pt x="716047" y="206741"/>
                  </a:lnTo>
                  <a:lnTo>
                    <a:pt x="357976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90F5F410-CA91-A924-09FD-48BEBD000653}"/>
                </a:ext>
              </a:extLst>
            </p:cNvPr>
            <p:cNvSpPr/>
            <p:nvPr/>
          </p:nvSpPr>
          <p:spPr>
            <a:xfrm flipH="1">
              <a:off x="1827265" y="4712903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10268501-2373-E6BE-BD14-3A6DC9750023}"/>
                </a:ext>
              </a:extLst>
            </p:cNvPr>
            <p:cNvSpPr/>
            <p:nvPr/>
          </p:nvSpPr>
          <p:spPr>
            <a:xfrm flipH="1">
              <a:off x="1466069" y="4498846"/>
              <a:ext cx="370908" cy="214056"/>
            </a:xfrm>
            <a:custGeom>
              <a:avLst/>
              <a:gdLst>
                <a:gd name="connsiteX0" fmla="*/ 358070 w 358070"/>
                <a:gd name="connsiteY0" fmla="*/ 0 h 206647"/>
                <a:gd name="connsiteX1" fmla="*/ 0 w 358070"/>
                <a:gd name="connsiteY1" fmla="*/ 206648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647">
                  <a:moveTo>
                    <a:pt x="358070" y="0"/>
                  </a:moveTo>
                  <a:lnTo>
                    <a:pt x="0" y="20664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C8A818C4-5F7B-37E2-21EE-40E187B9CE2D}"/>
                </a:ext>
              </a:extLst>
            </p:cNvPr>
            <p:cNvSpPr/>
            <p:nvPr/>
          </p:nvSpPr>
          <p:spPr>
            <a:xfrm flipH="1">
              <a:off x="1836978" y="4498846"/>
              <a:ext cx="370811" cy="214056"/>
            </a:xfrm>
            <a:custGeom>
              <a:avLst/>
              <a:gdLst>
                <a:gd name="connsiteX0" fmla="*/ 357976 w 357976"/>
                <a:gd name="connsiteY0" fmla="*/ 206648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8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D7B3A34C-508A-5107-4420-567696404ED8}"/>
                </a:ext>
              </a:extLst>
            </p:cNvPr>
            <p:cNvSpPr/>
            <p:nvPr/>
          </p:nvSpPr>
          <p:spPr>
            <a:xfrm flipH="1">
              <a:off x="1466068" y="3428369"/>
              <a:ext cx="741719" cy="856323"/>
            </a:xfrm>
            <a:custGeom>
              <a:avLst/>
              <a:gdLst>
                <a:gd name="connsiteX0" fmla="*/ 0 w 716046"/>
                <a:gd name="connsiteY0" fmla="*/ 620036 h 826683"/>
                <a:gd name="connsiteX1" fmla="*/ 357976 w 716046"/>
                <a:gd name="connsiteY1" fmla="*/ 826684 h 826683"/>
                <a:gd name="connsiteX2" fmla="*/ 716047 w 716046"/>
                <a:gd name="connsiteY2" fmla="*/ 620036 h 826683"/>
                <a:gd name="connsiteX3" fmla="*/ 716047 w 716046"/>
                <a:gd name="connsiteY3" fmla="*/ 206648 h 826683"/>
                <a:gd name="connsiteX4" fmla="*/ 357976 w 716046"/>
                <a:gd name="connsiteY4" fmla="*/ 0 h 826683"/>
                <a:gd name="connsiteX5" fmla="*/ 0 w 716046"/>
                <a:gd name="connsiteY5" fmla="*/ 206648 h 82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683">
                  <a:moveTo>
                    <a:pt x="0" y="620036"/>
                  </a:moveTo>
                  <a:lnTo>
                    <a:pt x="357976" y="826684"/>
                  </a:lnTo>
                  <a:lnTo>
                    <a:pt x="716047" y="620036"/>
                  </a:lnTo>
                  <a:lnTo>
                    <a:pt x="716047" y="206648"/>
                  </a:lnTo>
                  <a:lnTo>
                    <a:pt x="357976" y="0"/>
                  </a:lnTo>
                  <a:lnTo>
                    <a:pt x="0" y="206648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1E15C08B-3937-67DA-7247-EBFC5651CB31}"/>
                </a:ext>
              </a:extLst>
            </p:cNvPr>
            <p:cNvSpPr/>
            <p:nvPr/>
          </p:nvSpPr>
          <p:spPr>
            <a:xfrm flipH="1">
              <a:off x="1827265" y="3856482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349C87CC-76AF-98AC-05BB-F26C1C6B73C9}"/>
                </a:ext>
              </a:extLst>
            </p:cNvPr>
            <p:cNvSpPr/>
            <p:nvPr/>
          </p:nvSpPr>
          <p:spPr>
            <a:xfrm flipH="1">
              <a:off x="1466069" y="3642425"/>
              <a:ext cx="370908" cy="214056"/>
            </a:xfrm>
            <a:custGeom>
              <a:avLst/>
              <a:gdLst>
                <a:gd name="connsiteX0" fmla="*/ 358070 w 358070"/>
                <a:gd name="connsiteY0" fmla="*/ 0 h 206647"/>
                <a:gd name="connsiteX1" fmla="*/ 0 w 358070"/>
                <a:gd name="connsiteY1" fmla="*/ 206647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647">
                  <a:moveTo>
                    <a:pt x="358070" y="0"/>
                  </a:moveTo>
                  <a:lnTo>
                    <a:pt x="0" y="206647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82D1FB1B-3711-1667-4EF2-C3FCE9AF95CC}"/>
                </a:ext>
              </a:extLst>
            </p:cNvPr>
            <p:cNvSpPr/>
            <p:nvPr/>
          </p:nvSpPr>
          <p:spPr>
            <a:xfrm flipH="1">
              <a:off x="1836978" y="3642425"/>
              <a:ext cx="370811" cy="214056"/>
            </a:xfrm>
            <a:custGeom>
              <a:avLst/>
              <a:gdLst>
                <a:gd name="connsiteX0" fmla="*/ 357976 w 357976"/>
                <a:gd name="connsiteY0" fmla="*/ 206647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7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FA47E30B-E21B-3688-9182-07FFBB612F18}"/>
                </a:ext>
              </a:extLst>
            </p:cNvPr>
            <p:cNvSpPr/>
            <p:nvPr/>
          </p:nvSpPr>
          <p:spPr>
            <a:xfrm flipH="1">
              <a:off x="1466068" y="2572240"/>
              <a:ext cx="741719" cy="856420"/>
            </a:xfrm>
            <a:custGeom>
              <a:avLst/>
              <a:gdLst>
                <a:gd name="connsiteX0" fmla="*/ 0 w 716046"/>
                <a:gd name="connsiteY0" fmla="*/ 620036 h 826777"/>
                <a:gd name="connsiteX1" fmla="*/ 357976 w 716046"/>
                <a:gd name="connsiteY1" fmla="*/ 826777 h 826777"/>
                <a:gd name="connsiteX2" fmla="*/ 716047 w 716046"/>
                <a:gd name="connsiteY2" fmla="*/ 620036 h 826777"/>
                <a:gd name="connsiteX3" fmla="*/ 716047 w 716046"/>
                <a:gd name="connsiteY3" fmla="*/ 206647 h 826777"/>
                <a:gd name="connsiteX4" fmla="*/ 357976 w 716046"/>
                <a:gd name="connsiteY4" fmla="*/ 0 h 826777"/>
                <a:gd name="connsiteX5" fmla="*/ 0 w 716046"/>
                <a:gd name="connsiteY5" fmla="*/ 206647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036"/>
                  </a:moveTo>
                  <a:lnTo>
                    <a:pt x="357976" y="826777"/>
                  </a:lnTo>
                  <a:lnTo>
                    <a:pt x="716047" y="620036"/>
                  </a:lnTo>
                  <a:lnTo>
                    <a:pt x="716047" y="206647"/>
                  </a:lnTo>
                  <a:lnTo>
                    <a:pt x="357976" y="0"/>
                  </a:lnTo>
                  <a:lnTo>
                    <a:pt x="0" y="206647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A83343F-2A37-681E-730E-D508E7C0653C}"/>
                </a:ext>
              </a:extLst>
            </p:cNvPr>
            <p:cNvSpPr/>
            <p:nvPr/>
          </p:nvSpPr>
          <p:spPr>
            <a:xfrm flipH="1">
              <a:off x="1827265" y="3000451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12933552-3E9C-6F36-3361-21B208ECCBED}"/>
                </a:ext>
              </a:extLst>
            </p:cNvPr>
            <p:cNvSpPr/>
            <p:nvPr/>
          </p:nvSpPr>
          <p:spPr>
            <a:xfrm flipH="1">
              <a:off x="1466069" y="2786296"/>
              <a:ext cx="370908" cy="214153"/>
            </a:xfrm>
            <a:custGeom>
              <a:avLst/>
              <a:gdLst>
                <a:gd name="connsiteX0" fmla="*/ 358070 w 358070"/>
                <a:gd name="connsiteY0" fmla="*/ 0 h 206741"/>
                <a:gd name="connsiteX1" fmla="*/ 0 w 358070"/>
                <a:gd name="connsiteY1" fmla="*/ 206741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741">
                  <a:moveTo>
                    <a:pt x="358070" y="0"/>
                  </a:moveTo>
                  <a:lnTo>
                    <a:pt x="0" y="206741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AD499CB-5323-D9B3-1827-597E4E63EBEF}"/>
                </a:ext>
              </a:extLst>
            </p:cNvPr>
            <p:cNvSpPr/>
            <p:nvPr/>
          </p:nvSpPr>
          <p:spPr>
            <a:xfrm flipH="1">
              <a:off x="1836978" y="2786296"/>
              <a:ext cx="370811" cy="214153"/>
            </a:xfrm>
            <a:custGeom>
              <a:avLst/>
              <a:gdLst>
                <a:gd name="connsiteX0" fmla="*/ 357976 w 357976"/>
                <a:gd name="connsiteY0" fmla="*/ 206741 h 206741"/>
                <a:gd name="connsiteX1" fmla="*/ 0 w 357976"/>
                <a:gd name="connsiteY1" fmla="*/ 0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741">
                  <a:moveTo>
                    <a:pt x="357976" y="206741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129E4E87-768C-DF5E-A126-93C9111415C9}"/>
                </a:ext>
              </a:extLst>
            </p:cNvPr>
            <p:cNvSpPr/>
            <p:nvPr/>
          </p:nvSpPr>
          <p:spPr>
            <a:xfrm flipH="1">
              <a:off x="1466068" y="1715819"/>
              <a:ext cx="741719" cy="856420"/>
            </a:xfrm>
            <a:custGeom>
              <a:avLst/>
              <a:gdLst>
                <a:gd name="connsiteX0" fmla="*/ 0 w 716046"/>
                <a:gd name="connsiteY0" fmla="*/ 620130 h 826777"/>
                <a:gd name="connsiteX1" fmla="*/ 357976 w 716046"/>
                <a:gd name="connsiteY1" fmla="*/ 826778 h 826777"/>
                <a:gd name="connsiteX2" fmla="*/ 716047 w 716046"/>
                <a:gd name="connsiteY2" fmla="*/ 620130 h 826777"/>
                <a:gd name="connsiteX3" fmla="*/ 716047 w 716046"/>
                <a:gd name="connsiteY3" fmla="*/ 206741 h 826777"/>
                <a:gd name="connsiteX4" fmla="*/ 357976 w 716046"/>
                <a:gd name="connsiteY4" fmla="*/ 0 h 826777"/>
                <a:gd name="connsiteX5" fmla="*/ 0 w 716046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130"/>
                  </a:moveTo>
                  <a:lnTo>
                    <a:pt x="357976" y="826778"/>
                  </a:lnTo>
                  <a:lnTo>
                    <a:pt x="716047" y="620130"/>
                  </a:lnTo>
                  <a:lnTo>
                    <a:pt x="716047" y="206741"/>
                  </a:lnTo>
                  <a:lnTo>
                    <a:pt x="357976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1CE61938-B210-8AF1-E844-F2860D3B9B77}"/>
                </a:ext>
              </a:extLst>
            </p:cNvPr>
            <p:cNvSpPr/>
            <p:nvPr/>
          </p:nvSpPr>
          <p:spPr>
            <a:xfrm flipH="1">
              <a:off x="1827265" y="2144029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DD9BFD1-A406-3579-4F79-46A12FDAF0A8}"/>
                </a:ext>
              </a:extLst>
            </p:cNvPr>
            <p:cNvSpPr/>
            <p:nvPr/>
          </p:nvSpPr>
          <p:spPr>
            <a:xfrm flipH="1">
              <a:off x="1466069" y="1929973"/>
              <a:ext cx="370908" cy="214056"/>
            </a:xfrm>
            <a:custGeom>
              <a:avLst/>
              <a:gdLst>
                <a:gd name="connsiteX0" fmla="*/ 358070 w 358070"/>
                <a:gd name="connsiteY0" fmla="*/ 0 h 206647"/>
                <a:gd name="connsiteX1" fmla="*/ 0 w 358070"/>
                <a:gd name="connsiteY1" fmla="*/ 206647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647">
                  <a:moveTo>
                    <a:pt x="358070" y="0"/>
                  </a:moveTo>
                  <a:lnTo>
                    <a:pt x="0" y="206647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B21A4767-1495-92CB-5F41-2AAE85E0F048}"/>
                </a:ext>
              </a:extLst>
            </p:cNvPr>
            <p:cNvSpPr/>
            <p:nvPr/>
          </p:nvSpPr>
          <p:spPr>
            <a:xfrm flipH="1">
              <a:off x="1836978" y="1929973"/>
              <a:ext cx="370811" cy="214056"/>
            </a:xfrm>
            <a:custGeom>
              <a:avLst/>
              <a:gdLst>
                <a:gd name="connsiteX0" fmla="*/ 357976 w 357976"/>
                <a:gd name="connsiteY0" fmla="*/ 206647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7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FE179F74-C828-4F7F-2DB8-E2F31FFB730F}"/>
                </a:ext>
              </a:extLst>
            </p:cNvPr>
            <p:cNvSpPr/>
            <p:nvPr/>
          </p:nvSpPr>
          <p:spPr>
            <a:xfrm flipH="1">
              <a:off x="1466068" y="858719"/>
              <a:ext cx="741719" cy="856420"/>
            </a:xfrm>
            <a:custGeom>
              <a:avLst/>
              <a:gdLst>
                <a:gd name="connsiteX0" fmla="*/ 0 w 716046"/>
                <a:gd name="connsiteY0" fmla="*/ 620036 h 826777"/>
                <a:gd name="connsiteX1" fmla="*/ 357976 w 716046"/>
                <a:gd name="connsiteY1" fmla="*/ 826777 h 826777"/>
                <a:gd name="connsiteX2" fmla="*/ 716047 w 716046"/>
                <a:gd name="connsiteY2" fmla="*/ 620036 h 826777"/>
                <a:gd name="connsiteX3" fmla="*/ 716047 w 716046"/>
                <a:gd name="connsiteY3" fmla="*/ 206647 h 826777"/>
                <a:gd name="connsiteX4" fmla="*/ 357976 w 716046"/>
                <a:gd name="connsiteY4" fmla="*/ 0 h 826777"/>
                <a:gd name="connsiteX5" fmla="*/ 0 w 716046"/>
                <a:gd name="connsiteY5" fmla="*/ 206647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036"/>
                  </a:moveTo>
                  <a:lnTo>
                    <a:pt x="357976" y="826777"/>
                  </a:lnTo>
                  <a:lnTo>
                    <a:pt x="716047" y="620036"/>
                  </a:lnTo>
                  <a:lnTo>
                    <a:pt x="716047" y="206647"/>
                  </a:lnTo>
                  <a:lnTo>
                    <a:pt x="357976" y="0"/>
                  </a:lnTo>
                  <a:lnTo>
                    <a:pt x="0" y="206647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658A8CD5-FCF2-AF2A-2308-7E643C7E4F51}"/>
                </a:ext>
              </a:extLst>
            </p:cNvPr>
            <p:cNvSpPr/>
            <p:nvPr/>
          </p:nvSpPr>
          <p:spPr>
            <a:xfrm flipH="1">
              <a:off x="1827265" y="1286929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85B1B65-F1B9-5A14-D8B6-70A1865C29AF}"/>
                </a:ext>
              </a:extLst>
            </p:cNvPr>
            <p:cNvSpPr/>
            <p:nvPr/>
          </p:nvSpPr>
          <p:spPr>
            <a:xfrm flipH="1">
              <a:off x="1466069" y="1072775"/>
              <a:ext cx="370908" cy="214153"/>
            </a:xfrm>
            <a:custGeom>
              <a:avLst/>
              <a:gdLst>
                <a:gd name="connsiteX0" fmla="*/ 358070 w 358070"/>
                <a:gd name="connsiteY0" fmla="*/ 0 h 206741"/>
                <a:gd name="connsiteX1" fmla="*/ 0 w 358070"/>
                <a:gd name="connsiteY1" fmla="*/ 206741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741">
                  <a:moveTo>
                    <a:pt x="358070" y="0"/>
                  </a:moveTo>
                  <a:lnTo>
                    <a:pt x="0" y="206741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DB25C994-3E05-D7CD-5BDE-FF8E9A86AB5D}"/>
                </a:ext>
              </a:extLst>
            </p:cNvPr>
            <p:cNvSpPr/>
            <p:nvPr/>
          </p:nvSpPr>
          <p:spPr>
            <a:xfrm flipH="1">
              <a:off x="1836978" y="1072775"/>
              <a:ext cx="370811" cy="214153"/>
            </a:xfrm>
            <a:custGeom>
              <a:avLst/>
              <a:gdLst>
                <a:gd name="connsiteX0" fmla="*/ 357976 w 357976"/>
                <a:gd name="connsiteY0" fmla="*/ 206741 h 206741"/>
                <a:gd name="connsiteX1" fmla="*/ 0 w 357976"/>
                <a:gd name="connsiteY1" fmla="*/ 0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741">
                  <a:moveTo>
                    <a:pt x="357976" y="206741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86543480-2669-6878-434B-92540767011E}"/>
                </a:ext>
              </a:extLst>
            </p:cNvPr>
            <p:cNvSpPr/>
            <p:nvPr/>
          </p:nvSpPr>
          <p:spPr>
            <a:xfrm flipH="1">
              <a:off x="1466068" y="2298"/>
              <a:ext cx="741719" cy="856420"/>
            </a:xfrm>
            <a:custGeom>
              <a:avLst/>
              <a:gdLst>
                <a:gd name="connsiteX0" fmla="*/ 0 w 716046"/>
                <a:gd name="connsiteY0" fmla="*/ 620130 h 826777"/>
                <a:gd name="connsiteX1" fmla="*/ 357976 w 716046"/>
                <a:gd name="connsiteY1" fmla="*/ 826777 h 826777"/>
                <a:gd name="connsiteX2" fmla="*/ 716047 w 716046"/>
                <a:gd name="connsiteY2" fmla="*/ 620130 h 826777"/>
                <a:gd name="connsiteX3" fmla="*/ 716047 w 716046"/>
                <a:gd name="connsiteY3" fmla="*/ 206741 h 826777"/>
                <a:gd name="connsiteX4" fmla="*/ 357976 w 716046"/>
                <a:gd name="connsiteY4" fmla="*/ 0 h 826777"/>
                <a:gd name="connsiteX5" fmla="*/ 0 w 716046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130"/>
                  </a:moveTo>
                  <a:lnTo>
                    <a:pt x="357976" y="826777"/>
                  </a:lnTo>
                  <a:lnTo>
                    <a:pt x="716047" y="620130"/>
                  </a:lnTo>
                  <a:lnTo>
                    <a:pt x="716047" y="206741"/>
                  </a:lnTo>
                  <a:lnTo>
                    <a:pt x="357976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65954D3B-065C-F89B-176D-5825AC007F68}"/>
                </a:ext>
              </a:extLst>
            </p:cNvPr>
            <p:cNvSpPr/>
            <p:nvPr/>
          </p:nvSpPr>
          <p:spPr>
            <a:xfrm flipH="1">
              <a:off x="1827265" y="430509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6BC772F0-7BC2-4DEB-BA19-FF995B43DAAF}"/>
                </a:ext>
              </a:extLst>
            </p:cNvPr>
            <p:cNvSpPr/>
            <p:nvPr/>
          </p:nvSpPr>
          <p:spPr>
            <a:xfrm flipH="1">
              <a:off x="1466069" y="216451"/>
              <a:ext cx="370908" cy="214056"/>
            </a:xfrm>
            <a:custGeom>
              <a:avLst/>
              <a:gdLst>
                <a:gd name="connsiteX0" fmla="*/ 358070 w 358070"/>
                <a:gd name="connsiteY0" fmla="*/ 0 h 206647"/>
                <a:gd name="connsiteX1" fmla="*/ 0 w 358070"/>
                <a:gd name="connsiteY1" fmla="*/ 206647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647">
                  <a:moveTo>
                    <a:pt x="358070" y="0"/>
                  </a:moveTo>
                  <a:lnTo>
                    <a:pt x="0" y="206647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40BDB4E1-1405-BA8C-1C44-FDD389DE9483}"/>
                </a:ext>
              </a:extLst>
            </p:cNvPr>
            <p:cNvSpPr/>
            <p:nvPr/>
          </p:nvSpPr>
          <p:spPr>
            <a:xfrm flipH="1">
              <a:off x="1836978" y="216451"/>
              <a:ext cx="370811" cy="214056"/>
            </a:xfrm>
            <a:custGeom>
              <a:avLst/>
              <a:gdLst>
                <a:gd name="connsiteX0" fmla="*/ 357976 w 357976"/>
                <a:gd name="connsiteY0" fmla="*/ 206647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7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CC49366E-39F2-4664-930D-4499391D611B}"/>
                </a:ext>
              </a:extLst>
            </p:cNvPr>
            <p:cNvSpPr/>
            <p:nvPr/>
          </p:nvSpPr>
          <p:spPr>
            <a:xfrm flipH="1">
              <a:off x="726972" y="5998214"/>
              <a:ext cx="741622" cy="856420"/>
            </a:xfrm>
            <a:custGeom>
              <a:avLst/>
              <a:gdLst>
                <a:gd name="connsiteX0" fmla="*/ 0 w 715952"/>
                <a:gd name="connsiteY0" fmla="*/ 620130 h 826777"/>
                <a:gd name="connsiteX1" fmla="*/ 357976 w 715952"/>
                <a:gd name="connsiteY1" fmla="*/ 826777 h 826777"/>
                <a:gd name="connsiteX2" fmla="*/ 715953 w 715952"/>
                <a:gd name="connsiteY2" fmla="*/ 620130 h 826777"/>
                <a:gd name="connsiteX3" fmla="*/ 715953 w 715952"/>
                <a:gd name="connsiteY3" fmla="*/ 206742 h 826777"/>
                <a:gd name="connsiteX4" fmla="*/ 357976 w 715952"/>
                <a:gd name="connsiteY4" fmla="*/ 0 h 826777"/>
                <a:gd name="connsiteX5" fmla="*/ 0 w 715952"/>
                <a:gd name="connsiteY5" fmla="*/ 206742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2" h="826777">
                  <a:moveTo>
                    <a:pt x="0" y="620130"/>
                  </a:moveTo>
                  <a:lnTo>
                    <a:pt x="357976" y="826777"/>
                  </a:lnTo>
                  <a:lnTo>
                    <a:pt x="715953" y="620130"/>
                  </a:lnTo>
                  <a:lnTo>
                    <a:pt x="715953" y="206742"/>
                  </a:lnTo>
                  <a:lnTo>
                    <a:pt x="357976" y="0"/>
                  </a:lnTo>
                  <a:lnTo>
                    <a:pt x="0" y="206742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08A5E8C-6CA9-5CC1-0DFE-927EC6E87E1D}"/>
                </a:ext>
              </a:extLst>
            </p:cNvPr>
            <p:cNvSpPr/>
            <p:nvPr/>
          </p:nvSpPr>
          <p:spPr>
            <a:xfrm flipH="1">
              <a:off x="1088071" y="6426423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8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0BFF5B75-8457-A276-D19C-53BEF15DD65A}"/>
                </a:ext>
              </a:extLst>
            </p:cNvPr>
            <p:cNvSpPr/>
            <p:nvPr/>
          </p:nvSpPr>
          <p:spPr>
            <a:xfrm flipH="1">
              <a:off x="726972" y="6212367"/>
              <a:ext cx="370811" cy="214056"/>
            </a:xfrm>
            <a:custGeom>
              <a:avLst/>
              <a:gdLst>
                <a:gd name="connsiteX0" fmla="*/ 357976 w 357976"/>
                <a:gd name="connsiteY0" fmla="*/ 0 h 206647"/>
                <a:gd name="connsiteX1" fmla="*/ 0 w 357976"/>
                <a:gd name="connsiteY1" fmla="*/ 206648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0"/>
                  </a:moveTo>
                  <a:lnTo>
                    <a:pt x="0" y="20664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01B10FE4-1AAA-0DA5-C6CE-CC1ADB8DDB3C}"/>
                </a:ext>
              </a:extLst>
            </p:cNvPr>
            <p:cNvSpPr/>
            <p:nvPr/>
          </p:nvSpPr>
          <p:spPr>
            <a:xfrm flipH="1">
              <a:off x="1097783" y="6212367"/>
              <a:ext cx="370811" cy="214056"/>
            </a:xfrm>
            <a:custGeom>
              <a:avLst/>
              <a:gdLst>
                <a:gd name="connsiteX0" fmla="*/ 357976 w 357976"/>
                <a:gd name="connsiteY0" fmla="*/ 206648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8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5166488E-7F8F-A5AD-FA02-4240995AF389}"/>
                </a:ext>
              </a:extLst>
            </p:cNvPr>
            <p:cNvSpPr/>
            <p:nvPr/>
          </p:nvSpPr>
          <p:spPr>
            <a:xfrm flipH="1">
              <a:off x="726972" y="5141793"/>
              <a:ext cx="741622" cy="856420"/>
            </a:xfrm>
            <a:custGeom>
              <a:avLst/>
              <a:gdLst>
                <a:gd name="connsiteX0" fmla="*/ 0 w 715952"/>
                <a:gd name="connsiteY0" fmla="*/ 620130 h 826777"/>
                <a:gd name="connsiteX1" fmla="*/ 357976 w 715952"/>
                <a:gd name="connsiteY1" fmla="*/ 826777 h 826777"/>
                <a:gd name="connsiteX2" fmla="*/ 715953 w 715952"/>
                <a:gd name="connsiteY2" fmla="*/ 620130 h 826777"/>
                <a:gd name="connsiteX3" fmla="*/ 715953 w 715952"/>
                <a:gd name="connsiteY3" fmla="*/ 206741 h 826777"/>
                <a:gd name="connsiteX4" fmla="*/ 357976 w 715952"/>
                <a:gd name="connsiteY4" fmla="*/ 0 h 826777"/>
                <a:gd name="connsiteX5" fmla="*/ 0 w 715952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2" h="826777">
                  <a:moveTo>
                    <a:pt x="0" y="620130"/>
                  </a:moveTo>
                  <a:lnTo>
                    <a:pt x="357976" y="826777"/>
                  </a:lnTo>
                  <a:lnTo>
                    <a:pt x="715953" y="620130"/>
                  </a:lnTo>
                  <a:lnTo>
                    <a:pt x="715953" y="206741"/>
                  </a:lnTo>
                  <a:lnTo>
                    <a:pt x="357976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156F9B7B-7920-C0D9-3B0F-A32A26F2AB80}"/>
                </a:ext>
              </a:extLst>
            </p:cNvPr>
            <p:cNvSpPr/>
            <p:nvPr/>
          </p:nvSpPr>
          <p:spPr>
            <a:xfrm flipH="1">
              <a:off x="1088071" y="5570003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F4998D7F-05A4-077E-6084-1FABF2A8A2C4}"/>
                </a:ext>
              </a:extLst>
            </p:cNvPr>
            <p:cNvSpPr/>
            <p:nvPr/>
          </p:nvSpPr>
          <p:spPr>
            <a:xfrm flipH="1">
              <a:off x="726972" y="5355947"/>
              <a:ext cx="370811" cy="214056"/>
            </a:xfrm>
            <a:custGeom>
              <a:avLst/>
              <a:gdLst>
                <a:gd name="connsiteX0" fmla="*/ 357976 w 357976"/>
                <a:gd name="connsiteY0" fmla="*/ 0 h 206647"/>
                <a:gd name="connsiteX1" fmla="*/ 0 w 357976"/>
                <a:gd name="connsiteY1" fmla="*/ 206648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0"/>
                  </a:moveTo>
                  <a:lnTo>
                    <a:pt x="0" y="20664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86730699-3FCC-858C-6FDB-02F4BE49CEE3}"/>
                </a:ext>
              </a:extLst>
            </p:cNvPr>
            <p:cNvSpPr/>
            <p:nvPr/>
          </p:nvSpPr>
          <p:spPr>
            <a:xfrm flipH="1">
              <a:off x="1097783" y="5355947"/>
              <a:ext cx="370811" cy="214056"/>
            </a:xfrm>
            <a:custGeom>
              <a:avLst/>
              <a:gdLst>
                <a:gd name="connsiteX0" fmla="*/ 357976 w 357976"/>
                <a:gd name="connsiteY0" fmla="*/ 206648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8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4BC5DCB4-60CC-EF97-21F5-9FE8DAA77C6E}"/>
                </a:ext>
              </a:extLst>
            </p:cNvPr>
            <p:cNvSpPr/>
            <p:nvPr/>
          </p:nvSpPr>
          <p:spPr>
            <a:xfrm flipH="1">
              <a:off x="726972" y="4284692"/>
              <a:ext cx="741622" cy="856420"/>
            </a:xfrm>
            <a:custGeom>
              <a:avLst/>
              <a:gdLst>
                <a:gd name="connsiteX0" fmla="*/ 0 w 715952"/>
                <a:gd name="connsiteY0" fmla="*/ 620130 h 826777"/>
                <a:gd name="connsiteX1" fmla="*/ 357976 w 715952"/>
                <a:gd name="connsiteY1" fmla="*/ 826777 h 826777"/>
                <a:gd name="connsiteX2" fmla="*/ 715953 w 715952"/>
                <a:gd name="connsiteY2" fmla="*/ 620130 h 826777"/>
                <a:gd name="connsiteX3" fmla="*/ 715953 w 715952"/>
                <a:gd name="connsiteY3" fmla="*/ 206741 h 826777"/>
                <a:gd name="connsiteX4" fmla="*/ 357976 w 715952"/>
                <a:gd name="connsiteY4" fmla="*/ 0 h 826777"/>
                <a:gd name="connsiteX5" fmla="*/ 0 w 715952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2" h="826777">
                  <a:moveTo>
                    <a:pt x="0" y="620130"/>
                  </a:moveTo>
                  <a:lnTo>
                    <a:pt x="357976" y="826777"/>
                  </a:lnTo>
                  <a:lnTo>
                    <a:pt x="715953" y="620130"/>
                  </a:lnTo>
                  <a:lnTo>
                    <a:pt x="715953" y="206741"/>
                  </a:lnTo>
                  <a:lnTo>
                    <a:pt x="357976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5D2FACAA-C06A-0B9C-8EF0-B0D3A0165A47}"/>
                </a:ext>
              </a:extLst>
            </p:cNvPr>
            <p:cNvSpPr/>
            <p:nvPr/>
          </p:nvSpPr>
          <p:spPr>
            <a:xfrm flipH="1">
              <a:off x="1088071" y="4712903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2CCD272-6914-7A50-92F9-92638E143F27}"/>
                </a:ext>
              </a:extLst>
            </p:cNvPr>
            <p:cNvSpPr/>
            <p:nvPr/>
          </p:nvSpPr>
          <p:spPr>
            <a:xfrm flipH="1">
              <a:off x="726972" y="4498846"/>
              <a:ext cx="370811" cy="214056"/>
            </a:xfrm>
            <a:custGeom>
              <a:avLst/>
              <a:gdLst>
                <a:gd name="connsiteX0" fmla="*/ 357976 w 357976"/>
                <a:gd name="connsiteY0" fmla="*/ 0 h 206647"/>
                <a:gd name="connsiteX1" fmla="*/ 0 w 357976"/>
                <a:gd name="connsiteY1" fmla="*/ 206648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0"/>
                  </a:moveTo>
                  <a:lnTo>
                    <a:pt x="0" y="20664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43AAD467-4DAC-AFB2-DECE-B64C0F389C28}"/>
                </a:ext>
              </a:extLst>
            </p:cNvPr>
            <p:cNvSpPr/>
            <p:nvPr/>
          </p:nvSpPr>
          <p:spPr>
            <a:xfrm flipH="1">
              <a:off x="1097783" y="4498846"/>
              <a:ext cx="370811" cy="214056"/>
            </a:xfrm>
            <a:custGeom>
              <a:avLst/>
              <a:gdLst>
                <a:gd name="connsiteX0" fmla="*/ 357976 w 357976"/>
                <a:gd name="connsiteY0" fmla="*/ 206648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8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C8E3A7C-7851-D347-E2C5-38271B2D2B40}"/>
                </a:ext>
              </a:extLst>
            </p:cNvPr>
            <p:cNvSpPr/>
            <p:nvPr/>
          </p:nvSpPr>
          <p:spPr>
            <a:xfrm flipH="1">
              <a:off x="726972" y="3428369"/>
              <a:ext cx="741622" cy="856323"/>
            </a:xfrm>
            <a:custGeom>
              <a:avLst/>
              <a:gdLst>
                <a:gd name="connsiteX0" fmla="*/ 0 w 715952"/>
                <a:gd name="connsiteY0" fmla="*/ 620036 h 826683"/>
                <a:gd name="connsiteX1" fmla="*/ 357976 w 715952"/>
                <a:gd name="connsiteY1" fmla="*/ 826684 h 826683"/>
                <a:gd name="connsiteX2" fmla="*/ 715953 w 715952"/>
                <a:gd name="connsiteY2" fmla="*/ 620036 h 826683"/>
                <a:gd name="connsiteX3" fmla="*/ 715953 w 715952"/>
                <a:gd name="connsiteY3" fmla="*/ 206648 h 826683"/>
                <a:gd name="connsiteX4" fmla="*/ 357976 w 715952"/>
                <a:gd name="connsiteY4" fmla="*/ 0 h 826683"/>
                <a:gd name="connsiteX5" fmla="*/ 0 w 715952"/>
                <a:gd name="connsiteY5" fmla="*/ 206648 h 82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2" h="826683">
                  <a:moveTo>
                    <a:pt x="0" y="620036"/>
                  </a:moveTo>
                  <a:lnTo>
                    <a:pt x="357976" y="826684"/>
                  </a:lnTo>
                  <a:lnTo>
                    <a:pt x="715953" y="620036"/>
                  </a:lnTo>
                  <a:lnTo>
                    <a:pt x="715953" y="206648"/>
                  </a:lnTo>
                  <a:lnTo>
                    <a:pt x="357976" y="0"/>
                  </a:lnTo>
                  <a:lnTo>
                    <a:pt x="0" y="206648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1176675B-C435-8AA0-8A59-350C5DEDF62C}"/>
                </a:ext>
              </a:extLst>
            </p:cNvPr>
            <p:cNvSpPr/>
            <p:nvPr/>
          </p:nvSpPr>
          <p:spPr>
            <a:xfrm flipH="1">
              <a:off x="1088071" y="3856482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31C9917C-FE1E-DC9C-3DD6-A8D5FDC575AA}"/>
                </a:ext>
              </a:extLst>
            </p:cNvPr>
            <p:cNvSpPr/>
            <p:nvPr/>
          </p:nvSpPr>
          <p:spPr>
            <a:xfrm flipH="1">
              <a:off x="726972" y="3642425"/>
              <a:ext cx="370811" cy="214056"/>
            </a:xfrm>
            <a:custGeom>
              <a:avLst/>
              <a:gdLst>
                <a:gd name="connsiteX0" fmla="*/ 357976 w 357976"/>
                <a:gd name="connsiteY0" fmla="*/ 0 h 206647"/>
                <a:gd name="connsiteX1" fmla="*/ 0 w 357976"/>
                <a:gd name="connsiteY1" fmla="*/ 206647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0"/>
                  </a:moveTo>
                  <a:lnTo>
                    <a:pt x="0" y="206647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6749DD1-5A17-089E-79E9-1D2FBE6F1113}"/>
                </a:ext>
              </a:extLst>
            </p:cNvPr>
            <p:cNvSpPr/>
            <p:nvPr/>
          </p:nvSpPr>
          <p:spPr>
            <a:xfrm flipH="1">
              <a:off x="1097783" y="3642425"/>
              <a:ext cx="370811" cy="214056"/>
            </a:xfrm>
            <a:custGeom>
              <a:avLst/>
              <a:gdLst>
                <a:gd name="connsiteX0" fmla="*/ 357976 w 357976"/>
                <a:gd name="connsiteY0" fmla="*/ 206647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7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D2470FD3-1745-DE55-A94F-8C28EACC5E89}"/>
                </a:ext>
              </a:extLst>
            </p:cNvPr>
            <p:cNvSpPr/>
            <p:nvPr/>
          </p:nvSpPr>
          <p:spPr>
            <a:xfrm flipH="1">
              <a:off x="726972" y="2572240"/>
              <a:ext cx="741622" cy="856420"/>
            </a:xfrm>
            <a:custGeom>
              <a:avLst/>
              <a:gdLst>
                <a:gd name="connsiteX0" fmla="*/ 0 w 715952"/>
                <a:gd name="connsiteY0" fmla="*/ 620036 h 826777"/>
                <a:gd name="connsiteX1" fmla="*/ 357976 w 715952"/>
                <a:gd name="connsiteY1" fmla="*/ 826777 h 826777"/>
                <a:gd name="connsiteX2" fmla="*/ 715953 w 715952"/>
                <a:gd name="connsiteY2" fmla="*/ 620036 h 826777"/>
                <a:gd name="connsiteX3" fmla="*/ 715953 w 715952"/>
                <a:gd name="connsiteY3" fmla="*/ 206647 h 826777"/>
                <a:gd name="connsiteX4" fmla="*/ 357976 w 715952"/>
                <a:gd name="connsiteY4" fmla="*/ 0 h 826777"/>
                <a:gd name="connsiteX5" fmla="*/ 0 w 715952"/>
                <a:gd name="connsiteY5" fmla="*/ 206647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2" h="826777">
                  <a:moveTo>
                    <a:pt x="0" y="620036"/>
                  </a:moveTo>
                  <a:lnTo>
                    <a:pt x="357976" y="826777"/>
                  </a:lnTo>
                  <a:lnTo>
                    <a:pt x="715953" y="620036"/>
                  </a:lnTo>
                  <a:lnTo>
                    <a:pt x="715953" y="206647"/>
                  </a:lnTo>
                  <a:lnTo>
                    <a:pt x="357976" y="0"/>
                  </a:lnTo>
                  <a:lnTo>
                    <a:pt x="0" y="206647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84E22C75-ED0A-AA92-02DC-1713E3177946}"/>
                </a:ext>
              </a:extLst>
            </p:cNvPr>
            <p:cNvSpPr/>
            <p:nvPr/>
          </p:nvSpPr>
          <p:spPr>
            <a:xfrm flipH="1">
              <a:off x="1088071" y="3000451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DD7E4075-6AE4-304B-D6B0-EAD0A895CA82}"/>
                </a:ext>
              </a:extLst>
            </p:cNvPr>
            <p:cNvSpPr/>
            <p:nvPr/>
          </p:nvSpPr>
          <p:spPr>
            <a:xfrm flipH="1">
              <a:off x="726972" y="2786296"/>
              <a:ext cx="370811" cy="214153"/>
            </a:xfrm>
            <a:custGeom>
              <a:avLst/>
              <a:gdLst>
                <a:gd name="connsiteX0" fmla="*/ 357976 w 357976"/>
                <a:gd name="connsiteY0" fmla="*/ 0 h 206741"/>
                <a:gd name="connsiteX1" fmla="*/ 0 w 357976"/>
                <a:gd name="connsiteY1" fmla="*/ 206741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741">
                  <a:moveTo>
                    <a:pt x="357976" y="0"/>
                  </a:moveTo>
                  <a:lnTo>
                    <a:pt x="0" y="206741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D1C104F-5660-7CD2-0B19-EFCA80B7D640}"/>
                </a:ext>
              </a:extLst>
            </p:cNvPr>
            <p:cNvSpPr/>
            <p:nvPr/>
          </p:nvSpPr>
          <p:spPr>
            <a:xfrm flipH="1">
              <a:off x="1097783" y="2786296"/>
              <a:ext cx="370811" cy="214153"/>
            </a:xfrm>
            <a:custGeom>
              <a:avLst/>
              <a:gdLst>
                <a:gd name="connsiteX0" fmla="*/ 357976 w 357976"/>
                <a:gd name="connsiteY0" fmla="*/ 206741 h 206741"/>
                <a:gd name="connsiteX1" fmla="*/ 0 w 357976"/>
                <a:gd name="connsiteY1" fmla="*/ 0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741">
                  <a:moveTo>
                    <a:pt x="357976" y="206741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17B50E7-233F-2C64-6918-CD04130527F9}"/>
                </a:ext>
              </a:extLst>
            </p:cNvPr>
            <p:cNvSpPr/>
            <p:nvPr/>
          </p:nvSpPr>
          <p:spPr>
            <a:xfrm flipH="1">
              <a:off x="726972" y="1715819"/>
              <a:ext cx="741622" cy="856420"/>
            </a:xfrm>
            <a:custGeom>
              <a:avLst/>
              <a:gdLst>
                <a:gd name="connsiteX0" fmla="*/ 0 w 715952"/>
                <a:gd name="connsiteY0" fmla="*/ 620130 h 826777"/>
                <a:gd name="connsiteX1" fmla="*/ 357976 w 715952"/>
                <a:gd name="connsiteY1" fmla="*/ 826778 h 826777"/>
                <a:gd name="connsiteX2" fmla="*/ 715953 w 715952"/>
                <a:gd name="connsiteY2" fmla="*/ 620130 h 826777"/>
                <a:gd name="connsiteX3" fmla="*/ 715953 w 715952"/>
                <a:gd name="connsiteY3" fmla="*/ 206741 h 826777"/>
                <a:gd name="connsiteX4" fmla="*/ 357976 w 715952"/>
                <a:gd name="connsiteY4" fmla="*/ 0 h 826777"/>
                <a:gd name="connsiteX5" fmla="*/ 0 w 715952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2" h="826777">
                  <a:moveTo>
                    <a:pt x="0" y="620130"/>
                  </a:moveTo>
                  <a:lnTo>
                    <a:pt x="357976" y="826778"/>
                  </a:lnTo>
                  <a:lnTo>
                    <a:pt x="715953" y="620130"/>
                  </a:lnTo>
                  <a:lnTo>
                    <a:pt x="715953" y="206741"/>
                  </a:lnTo>
                  <a:lnTo>
                    <a:pt x="357976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15C3B861-FF46-D2EE-56AC-3E2CB1710245}"/>
                </a:ext>
              </a:extLst>
            </p:cNvPr>
            <p:cNvSpPr/>
            <p:nvPr/>
          </p:nvSpPr>
          <p:spPr>
            <a:xfrm flipH="1">
              <a:off x="1088071" y="2144029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FBBCD643-D40B-EC60-3F15-0466C208827A}"/>
                </a:ext>
              </a:extLst>
            </p:cNvPr>
            <p:cNvSpPr/>
            <p:nvPr/>
          </p:nvSpPr>
          <p:spPr>
            <a:xfrm flipH="1">
              <a:off x="726972" y="1929973"/>
              <a:ext cx="370811" cy="214056"/>
            </a:xfrm>
            <a:custGeom>
              <a:avLst/>
              <a:gdLst>
                <a:gd name="connsiteX0" fmla="*/ 357976 w 357976"/>
                <a:gd name="connsiteY0" fmla="*/ 0 h 206647"/>
                <a:gd name="connsiteX1" fmla="*/ 0 w 357976"/>
                <a:gd name="connsiteY1" fmla="*/ 206647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0"/>
                  </a:moveTo>
                  <a:lnTo>
                    <a:pt x="0" y="206647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09FFCBAC-077C-A2D1-D0FC-189054F47F6D}"/>
                </a:ext>
              </a:extLst>
            </p:cNvPr>
            <p:cNvSpPr/>
            <p:nvPr/>
          </p:nvSpPr>
          <p:spPr>
            <a:xfrm flipH="1">
              <a:off x="1097783" y="1929973"/>
              <a:ext cx="370811" cy="214056"/>
            </a:xfrm>
            <a:custGeom>
              <a:avLst/>
              <a:gdLst>
                <a:gd name="connsiteX0" fmla="*/ 357976 w 357976"/>
                <a:gd name="connsiteY0" fmla="*/ 206647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7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A0791A16-B3D6-D619-9D3F-CFA06D8D8531}"/>
                </a:ext>
              </a:extLst>
            </p:cNvPr>
            <p:cNvSpPr/>
            <p:nvPr/>
          </p:nvSpPr>
          <p:spPr>
            <a:xfrm flipH="1">
              <a:off x="726972" y="858719"/>
              <a:ext cx="741622" cy="856420"/>
            </a:xfrm>
            <a:custGeom>
              <a:avLst/>
              <a:gdLst>
                <a:gd name="connsiteX0" fmla="*/ 0 w 715952"/>
                <a:gd name="connsiteY0" fmla="*/ 620036 h 826777"/>
                <a:gd name="connsiteX1" fmla="*/ 357976 w 715952"/>
                <a:gd name="connsiteY1" fmla="*/ 826777 h 826777"/>
                <a:gd name="connsiteX2" fmla="*/ 715953 w 715952"/>
                <a:gd name="connsiteY2" fmla="*/ 620036 h 826777"/>
                <a:gd name="connsiteX3" fmla="*/ 715953 w 715952"/>
                <a:gd name="connsiteY3" fmla="*/ 206647 h 826777"/>
                <a:gd name="connsiteX4" fmla="*/ 357976 w 715952"/>
                <a:gd name="connsiteY4" fmla="*/ 0 h 826777"/>
                <a:gd name="connsiteX5" fmla="*/ 0 w 715952"/>
                <a:gd name="connsiteY5" fmla="*/ 206647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2" h="826777">
                  <a:moveTo>
                    <a:pt x="0" y="620036"/>
                  </a:moveTo>
                  <a:lnTo>
                    <a:pt x="357976" y="826777"/>
                  </a:lnTo>
                  <a:lnTo>
                    <a:pt x="715953" y="620036"/>
                  </a:lnTo>
                  <a:lnTo>
                    <a:pt x="715953" y="206647"/>
                  </a:lnTo>
                  <a:lnTo>
                    <a:pt x="357976" y="0"/>
                  </a:lnTo>
                  <a:lnTo>
                    <a:pt x="0" y="206647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B8D74154-2090-0B0A-2D68-532409EF54B6}"/>
                </a:ext>
              </a:extLst>
            </p:cNvPr>
            <p:cNvSpPr/>
            <p:nvPr/>
          </p:nvSpPr>
          <p:spPr>
            <a:xfrm flipH="1">
              <a:off x="1088071" y="1286929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F4436DB2-7FA6-261D-2CAA-754355F1EFD4}"/>
                </a:ext>
              </a:extLst>
            </p:cNvPr>
            <p:cNvSpPr/>
            <p:nvPr/>
          </p:nvSpPr>
          <p:spPr>
            <a:xfrm flipH="1">
              <a:off x="726972" y="1072775"/>
              <a:ext cx="370811" cy="214153"/>
            </a:xfrm>
            <a:custGeom>
              <a:avLst/>
              <a:gdLst>
                <a:gd name="connsiteX0" fmla="*/ 357976 w 357976"/>
                <a:gd name="connsiteY0" fmla="*/ 0 h 206741"/>
                <a:gd name="connsiteX1" fmla="*/ 0 w 357976"/>
                <a:gd name="connsiteY1" fmla="*/ 206741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741">
                  <a:moveTo>
                    <a:pt x="357976" y="0"/>
                  </a:moveTo>
                  <a:lnTo>
                    <a:pt x="0" y="206741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03F01010-B60E-C087-F080-A9B7078DA41B}"/>
                </a:ext>
              </a:extLst>
            </p:cNvPr>
            <p:cNvSpPr/>
            <p:nvPr/>
          </p:nvSpPr>
          <p:spPr>
            <a:xfrm flipH="1">
              <a:off x="1097783" y="1072775"/>
              <a:ext cx="370811" cy="214153"/>
            </a:xfrm>
            <a:custGeom>
              <a:avLst/>
              <a:gdLst>
                <a:gd name="connsiteX0" fmla="*/ 357976 w 357976"/>
                <a:gd name="connsiteY0" fmla="*/ 206741 h 206741"/>
                <a:gd name="connsiteX1" fmla="*/ 0 w 357976"/>
                <a:gd name="connsiteY1" fmla="*/ 0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741">
                  <a:moveTo>
                    <a:pt x="357976" y="206741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712E8BE9-C8FB-BE9D-D8DF-6B5FEE3FA836}"/>
                </a:ext>
              </a:extLst>
            </p:cNvPr>
            <p:cNvSpPr/>
            <p:nvPr/>
          </p:nvSpPr>
          <p:spPr>
            <a:xfrm flipH="1">
              <a:off x="726972" y="2298"/>
              <a:ext cx="741622" cy="856420"/>
            </a:xfrm>
            <a:custGeom>
              <a:avLst/>
              <a:gdLst>
                <a:gd name="connsiteX0" fmla="*/ 0 w 715952"/>
                <a:gd name="connsiteY0" fmla="*/ 620130 h 826777"/>
                <a:gd name="connsiteX1" fmla="*/ 357976 w 715952"/>
                <a:gd name="connsiteY1" fmla="*/ 826777 h 826777"/>
                <a:gd name="connsiteX2" fmla="*/ 715953 w 715952"/>
                <a:gd name="connsiteY2" fmla="*/ 620130 h 826777"/>
                <a:gd name="connsiteX3" fmla="*/ 715953 w 715952"/>
                <a:gd name="connsiteY3" fmla="*/ 206741 h 826777"/>
                <a:gd name="connsiteX4" fmla="*/ 357976 w 715952"/>
                <a:gd name="connsiteY4" fmla="*/ 0 h 826777"/>
                <a:gd name="connsiteX5" fmla="*/ 0 w 715952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5952" h="826777">
                  <a:moveTo>
                    <a:pt x="0" y="620130"/>
                  </a:moveTo>
                  <a:lnTo>
                    <a:pt x="357976" y="826777"/>
                  </a:lnTo>
                  <a:lnTo>
                    <a:pt x="715953" y="620130"/>
                  </a:lnTo>
                  <a:lnTo>
                    <a:pt x="715953" y="206741"/>
                  </a:lnTo>
                  <a:lnTo>
                    <a:pt x="357976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7578CE52-759C-CCF4-C763-89428EC5FD89}"/>
                </a:ext>
              </a:extLst>
            </p:cNvPr>
            <p:cNvSpPr/>
            <p:nvPr/>
          </p:nvSpPr>
          <p:spPr>
            <a:xfrm flipH="1">
              <a:off x="1088071" y="430509"/>
              <a:ext cx="9712" cy="428210"/>
            </a:xfrm>
            <a:custGeom>
              <a:avLst/>
              <a:gdLst>
                <a:gd name="connsiteX0" fmla="*/ 0 w 9376"/>
                <a:gd name="connsiteY0" fmla="*/ 0 h 413388"/>
                <a:gd name="connsiteX1" fmla="*/ 0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0" y="0"/>
                  </a:moveTo>
                  <a:lnTo>
                    <a:pt x="0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1CB9C579-B442-B9C6-C2E0-7A59FC1D43AD}"/>
                </a:ext>
              </a:extLst>
            </p:cNvPr>
            <p:cNvSpPr/>
            <p:nvPr/>
          </p:nvSpPr>
          <p:spPr>
            <a:xfrm flipH="1">
              <a:off x="726972" y="216451"/>
              <a:ext cx="370811" cy="214056"/>
            </a:xfrm>
            <a:custGeom>
              <a:avLst/>
              <a:gdLst>
                <a:gd name="connsiteX0" fmla="*/ 357976 w 357976"/>
                <a:gd name="connsiteY0" fmla="*/ 0 h 206647"/>
                <a:gd name="connsiteX1" fmla="*/ 0 w 357976"/>
                <a:gd name="connsiteY1" fmla="*/ 206647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0"/>
                  </a:moveTo>
                  <a:lnTo>
                    <a:pt x="0" y="206647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01208B2C-B173-BF24-C8DB-7D0C5267C808}"/>
                </a:ext>
              </a:extLst>
            </p:cNvPr>
            <p:cNvSpPr/>
            <p:nvPr/>
          </p:nvSpPr>
          <p:spPr>
            <a:xfrm flipH="1">
              <a:off x="1097783" y="216451"/>
              <a:ext cx="370811" cy="214056"/>
            </a:xfrm>
            <a:custGeom>
              <a:avLst/>
              <a:gdLst>
                <a:gd name="connsiteX0" fmla="*/ 357976 w 357976"/>
                <a:gd name="connsiteY0" fmla="*/ 206647 h 206647"/>
                <a:gd name="connsiteX1" fmla="*/ 0 w 357976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206647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3E86E5FF-C66E-AD84-7558-DB84A0B01B26}"/>
                </a:ext>
              </a:extLst>
            </p:cNvPr>
            <p:cNvSpPr/>
            <p:nvPr/>
          </p:nvSpPr>
          <p:spPr>
            <a:xfrm flipH="1">
              <a:off x="-14748" y="5998214"/>
              <a:ext cx="741719" cy="856420"/>
            </a:xfrm>
            <a:custGeom>
              <a:avLst/>
              <a:gdLst>
                <a:gd name="connsiteX0" fmla="*/ 0 w 716046"/>
                <a:gd name="connsiteY0" fmla="*/ 620130 h 826777"/>
                <a:gd name="connsiteX1" fmla="*/ 358070 w 716046"/>
                <a:gd name="connsiteY1" fmla="*/ 826777 h 826777"/>
                <a:gd name="connsiteX2" fmla="*/ 716047 w 716046"/>
                <a:gd name="connsiteY2" fmla="*/ 620130 h 826777"/>
                <a:gd name="connsiteX3" fmla="*/ 716047 w 716046"/>
                <a:gd name="connsiteY3" fmla="*/ 206742 h 826777"/>
                <a:gd name="connsiteX4" fmla="*/ 358070 w 716046"/>
                <a:gd name="connsiteY4" fmla="*/ 0 h 826777"/>
                <a:gd name="connsiteX5" fmla="*/ 0 w 716046"/>
                <a:gd name="connsiteY5" fmla="*/ 206742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130"/>
                  </a:moveTo>
                  <a:lnTo>
                    <a:pt x="358070" y="826777"/>
                  </a:lnTo>
                  <a:lnTo>
                    <a:pt x="716047" y="620130"/>
                  </a:lnTo>
                  <a:lnTo>
                    <a:pt x="716047" y="206742"/>
                  </a:lnTo>
                  <a:lnTo>
                    <a:pt x="358070" y="0"/>
                  </a:lnTo>
                  <a:lnTo>
                    <a:pt x="0" y="206742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D15CC3C1-3735-DCDB-D463-DF77941ACBF2}"/>
                </a:ext>
              </a:extLst>
            </p:cNvPr>
            <p:cNvSpPr/>
            <p:nvPr/>
          </p:nvSpPr>
          <p:spPr>
            <a:xfrm flipH="1">
              <a:off x="346351" y="6426423"/>
              <a:ext cx="9712" cy="428210"/>
            </a:xfrm>
            <a:custGeom>
              <a:avLst/>
              <a:gdLst>
                <a:gd name="connsiteX0" fmla="*/ -1 w 9376"/>
                <a:gd name="connsiteY0" fmla="*/ 0 h 413388"/>
                <a:gd name="connsiteX1" fmla="*/ -1 w 9376"/>
                <a:gd name="connsiteY1" fmla="*/ 413388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-1" y="0"/>
                  </a:moveTo>
                  <a:lnTo>
                    <a:pt x="-1" y="41338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7C015C27-C2A6-56AA-2174-203189EE01B8}"/>
                </a:ext>
              </a:extLst>
            </p:cNvPr>
            <p:cNvSpPr/>
            <p:nvPr/>
          </p:nvSpPr>
          <p:spPr>
            <a:xfrm flipH="1">
              <a:off x="-14748" y="6212367"/>
              <a:ext cx="370811" cy="214056"/>
            </a:xfrm>
            <a:custGeom>
              <a:avLst/>
              <a:gdLst>
                <a:gd name="connsiteX0" fmla="*/ 357976 w 357976"/>
                <a:gd name="connsiteY0" fmla="*/ 0 h 206647"/>
                <a:gd name="connsiteX1" fmla="*/ -1 w 357976"/>
                <a:gd name="connsiteY1" fmla="*/ 206648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0"/>
                  </a:moveTo>
                  <a:lnTo>
                    <a:pt x="-1" y="20664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5FBC794C-A87D-9B50-D5AA-62F5456E9F10}"/>
                </a:ext>
              </a:extLst>
            </p:cNvPr>
            <p:cNvSpPr/>
            <p:nvPr/>
          </p:nvSpPr>
          <p:spPr>
            <a:xfrm flipH="1">
              <a:off x="356063" y="6212367"/>
              <a:ext cx="370908" cy="214056"/>
            </a:xfrm>
            <a:custGeom>
              <a:avLst/>
              <a:gdLst>
                <a:gd name="connsiteX0" fmla="*/ 358070 w 358070"/>
                <a:gd name="connsiteY0" fmla="*/ 206648 h 206647"/>
                <a:gd name="connsiteX1" fmla="*/ 0 w 358070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647">
                  <a:moveTo>
                    <a:pt x="358070" y="206648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014FFC80-97FD-F123-A30A-23A9E7A011AE}"/>
                </a:ext>
              </a:extLst>
            </p:cNvPr>
            <p:cNvSpPr/>
            <p:nvPr/>
          </p:nvSpPr>
          <p:spPr>
            <a:xfrm flipH="1">
              <a:off x="-14748" y="5141793"/>
              <a:ext cx="741719" cy="856420"/>
            </a:xfrm>
            <a:custGeom>
              <a:avLst/>
              <a:gdLst>
                <a:gd name="connsiteX0" fmla="*/ 0 w 716046"/>
                <a:gd name="connsiteY0" fmla="*/ 620130 h 826777"/>
                <a:gd name="connsiteX1" fmla="*/ 358070 w 716046"/>
                <a:gd name="connsiteY1" fmla="*/ 826777 h 826777"/>
                <a:gd name="connsiteX2" fmla="*/ 716047 w 716046"/>
                <a:gd name="connsiteY2" fmla="*/ 620130 h 826777"/>
                <a:gd name="connsiteX3" fmla="*/ 716047 w 716046"/>
                <a:gd name="connsiteY3" fmla="*/ 206741 h 826777"/>
                <a:gd name="connsiteX4" fmla="*/ 358070 w 716046"/>
                <a:gd name="connsiteY4" fmla="*/ 0 h 826777"/>
                <a:gd name="connsiteX5" fmla="*/ 0 w 716046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130"/>
                  </a:moveTo>
                  <a:lnTo>
                    <a:pt x="358070" y="826777"/>
                  </a:lnTo>
                  <a:lnTo>
                    <a:pt x="716047" y="620130"/>
                  </a:lnTo>
                  <a:lnTo>
                    <a:pt x="716047" y="206741"/>
                  </a:lnTo>
                  <a:lnTo>
                    <a:pt x="358070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DEAE515D-702A-80E4-357C-14CEF3B50434}"/>
                </a:ext>
              </a:extLst>
            </p:cNvPr>
            <p:cNvSpPr/>
            <p:nvPr/>
          </p:nvSpPr>
          <p:spPr>
            <a:xfrm flipH="1">
              <a:off x="346351" y="5570003"/>
              <a:ext cx="9712" cy="428210"/>
            </a:xfrm>
            <a:custGeom>
              <a:avLst/>
              <a:gdLst>
                <a:gd name="connsiteX0" fmla="*/ -1 w 9376"/>
                <a:gd name="connsiteY0" fmla="*/ 0 h 413388"/>
                <a:gd name="connsiteX1" fmla="*/ -1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-1" y="0"/>
                  </a:moveTo>
                  <a:lnTo>
                    <a:pt x="-1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8FAADDB1-30EB-4ED7-30B7-3F9D336EDB25}"/>
                </a:ext>
              </a:extLst>
            </p:cNvPr>
            <p:cNvSpPr/>
            <p:nvPr/>
          </p:nvSpPr>
          <p:spPr>
            <a:xfrm flipH="1">
              <a:off x="-14748" y="5355947"/>
              <a:ext cx="370811" cy="214056"/>
            </a:xfrm>
            <a:custGeom>
              <a:avLst/>
              <a:gdLst>
                <a:gd name="connsiteX0" fmla="*/ 357976 w 357976"/>
                <a:gd name="connsiteY0" fmla="*/ 0 h 206647"/>
                <a:gd name="connsiteX1" fmla="*/ -1 w 357976"/>
                <a:gd name="connsiteY1" fmla="*/ 206648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0"/>
                  </a:moveTo>
                  <a:lnTo>
                    <a:pt x="-1" y="20664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8BD5E610-A38F-7FF5-4610-FF72FAB45FD3}"/>
                </a:ext>
              </a:extLst>
            </p:cNvPr>
            <p:cNvSpPr/>
            <p:nvPr/>
          </p:nvSpPr>
          <p:spPr>
            <a:xfrm flipH="1">
              <a:off x="356063" y="5355947"/>
              <a:ext cx="370908" cy="214056"/>
            </a:xfrm>
            <a:custGeom>
              <a:avLst/>
              <a:gdLst>
                <a:gd name="connsiteX0" fmla="*/ 358070 w 358070"/>
                <a:gd name="connsiteY0" fmla="*/ 206648 h 206647"/>
                <a:gd name="connsiteX1" fmla="*/ 0 w 358070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647">
                  <a:moveTo>
                    <a:pt x="358070" y="206648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A592AF9A-07CE-26D2-5D55-DAF5947C6F2C}"/>
                </a:ext>
              </a:extLst>
            </p:cNvPr>
            <p:cNvSpPr/>
            <p:nvPr/>
          </p:nvSpPr>
          <p:spPr>
            <a:xfrm flipH="1">
              <a:off x="-14748" y="4284692"/>
              <a:ext cx="741719" cy="856420"/>
            </a:xfrm>
            <a:custGeom>
              <a:avLst/>
              <a:gdLst>
                <a:gd name="connsiteX0" fmla="*/ 0 w 716046"/>
                <a:gd name="connsiteY0" fmla="*/ 620130 h 826777"/>
                <a:gd name="connsiteX1" fmla="*/ 358070 w 716046"/>
                <a:gd name="connsiteY1" fmla="*/ 826777 h 826777"/>
                <a:gd name="connsiteX2" fmla="*/ 716047 w 716046"/>
                <a:gd name="connsiteY2" fmla="*/ 620130 h 826777"/>
                <a:gd name="connsiteX3" fmla="*/ 716047 w 716046"/>
                <a:gd name="connsiteY3" fmla="*/ 206741 h 826777"/>
                <a:gd name="connsiteX4" fmla="*/ 358070 w 716046"/>
                <a:gd name="connsiteY4" fmla="*/ 0 h 826777"/>
                <a:gd name="connsiteX5" fmla="*/ 0 w 716046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130"/>
                  </a:moveTo>
                  <a:lnTo>
                    <a:pt x="358070" y="826777"/>
                  </a:lnTo>
                  <a:lnTo>
                    <a:pt x="716047" y="620130"/>
                  </a:lnTo>
                  <a:lnTo>
                    <a:pt x="716047" y="206741"/>
                  </a:lnTo>
                  <a:lnTo>
                    <a:pt x="358070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18B4426-341A-9300-877E-552D11D80A53}"/>
                </a:ext>
              </a:extLst>
            </p:cNvPr>
            <p:cNvSpPr/>
            <p:nvPr/>
          </p:nvSpPr>
          <p:spPr>
            <a:xfrm flipH="1">
              <a:off x="346351" y="4712903"/>
              <a:ext cx="9712" cy="428210"/>
            </a:xfrm>
            <a:custGeom>
              <a:avLst/>
              <a:gdLst>
                <a:gd name="connsiteX0" fmla="*/ -1 w 9376"/>
                <a:gd name="connsiteY0" fmla="*/ 0 h 413388"/>
                <a:gd name="connsiteX1" fmla="*/ -1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-1" y="0"/>
                  </a:moveTo>
                  <a:lnTo>
                    <a:pt x="-1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20CD79B9-84E7-AA2E-EBEB-E02D0A9F6AFA}"/>
                </a:ext>
              </a:extLst>
            </p:cNvPr>
            <p:cNvSpPr/>
            <p:nvPr/>
          </p:nvSpPr>
          <p:spPr>
            <a:xfrm flipH="1">
              <a:off x="-14748" y="4498846"/>
              <a:ext cx="370811" cy="214056"/>
            </a:xfrm>
            <a:custGeom>
              <a:avLst/>
              <a:gdLst>
                <a:gd name="connsiteX0" fmla="*/ 357976 w 357976"/>
                <a:gd name="connsiteY0" fmla="*/ 0 h 206647"/>
                <a:gd name="connsiteX1" fmla="*/ -1 w 357976"/>
                <a:gd name="connsiteY1" fmla="*/ 206648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0"/>
                  </a:moveTo>
                  <a:lnTo>
                    <a:pt x="-1" y="206648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B75C8333-4899-933D-EE71-D6C52A70B865}"/>
                </a:ext>
              </a:extLst>
            </p:cNvPr>
            <p:cNvSpPr/>
            <p:nvPr/>
          </p:nvSpPr>
          <p:spPr>
            <a:xfrm flipH="1">
              <a:off x="356063" y="4498846"/>
              <a:ext cx="370908" cy="214056"/>
            </a:xfrm>
            <a:custGeom>
              <a:avLst/>
              <a:gdLst>
                <a:gd name="connsiteX0" fmla="*/ 358070 w 358070"/>
                <a:gd name="connsiteY0" fmla="*/ 206648 h 206647"/>
                <a:gd name="connsiteX1" fmla="*/ 0 w 358070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647">
                  <a:moveTo>
                    <a:pt x="358070" y="206648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7668571D-BDC5-805A-56A5-82C92B5587F0}"/>
                </a:ext>
              </a:extLst>
            </p:cNvPr>
            <p:cNvSpPr/>
            <p:nvPr/>
          </p:nvSpPr>
          <p:spPr>
            <a:xfrm flipH="1">
              <a:off x="-14748" y="3428369"/>
              <a:ext cx="741719" cy="856323"/>
            </a:xfrm>
            <a:custGeom>
              <a:avLst/>
              <a:gdLst>
                <a:gd name="connsiteX0" fmla="*/ 0 w 716046"/>
                <a:gd name="connsiteY0" fmla="*/ 620036 h 826683"/>
                <a:gd name="connsiteX1" fmla="*/ 358070 w 716046"/>
                <a:gd name="connsiteY1" fmla="*/ 826684 h 826683"/>
                <a:gd name="connsiteX2" fmla="*/ 716047 w 716046"/>
                <a:gd name="connsiteY2" fmla="*/ 620036 h 826683"/>
                <a:gd name="connsiteX3" fmla="*/ 716047 w 716046"/>
                <a:gd name="connsiteY3" fmla="*/ 206648 h 826683"/>
                <a:gd name="connsiteX4" fmla="*/ 358070 w 716046"/>
                <a:gd name="connsiteY4" fmla="*/ 0 h 826683"/>
                <a:gd name="connsiteX5" fmla="*/ 0 w 716046"/>
                <a:gd name="connsiteY5" fmla="*/ 206648 h 82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683">
                  <a:moveTo>
                    <a:pt x="0" y="620036"/>
                  </a:moveTo>
                  <a:lnTo>
                    <a:pt x="358070" y="826684"/>
                  </a:lnTo>
                  <a:lnTo>
                    <a:pt x="716047" y="620036"/>
                  </a:lnTo>
                  <a:lnTo>
                    <a:pt x="716047" y="206648"/>
                  </a:lnTo>
                  <a:lnTo>
                    <a:pt x="358070" y="0"/>
                  </a:lnTo>
                  <a:lnTo>
                    <a:pt x="0" y="206648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6A1B4E7E-A80D-A993-01F4-796C196A09A1}"/>
                </a:ext>
              </a:extLst>
            </p:cNvPr>
            <p:cNvSpPr/>
            <p:nvPr/>
          </p:nvSpPr>
          <p:spPr>
            <a:xfrm flipH="1">
              <a:off x="346351" y="3856482"/>
              <a:ext cx="9712" cy="428210"/>
            </a:xfrm>
            <a:custGeom>
              <a:avLst/>
              <a:gdLst>
                <a:gd name="connsiteX0" fmla="*/ -1 w 9376"/>
                <a:gd name="connsiteY0" fmla="*/ 0 h 413388"/>
                <a:gd name="connsiteX1" fmla="*/ -1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-1" y="0"/>
                  </a:moveTo>
                  <a:lnTo>
                    <a:pt x="-1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F06728A5-5440-6879-8F40-E5EAEE125FA9}"/>
                </a:ext>
              </a:extLst>
            </p:cNvPr>
            <p:cNvSpPr/>
            <p:nvPr/>
          </p:nvSpPr>
          <p:spPr>
            <a:xfrm flipH="1">
              <a:off x="-14748" y="3642425"/>
              <a:ext cx="370811" cy="214056"/>
            </a:xfrm>
            <a:custGeom>
              <a:avLst/>
              <a:gdLst>
                <a:gd name="connsiteX0" fmla="*/ 357976 w 357976"/>
                <a:gd name="connsiteY0" fmla="*/ 0 h 206647"/>
                <a:gd name="connsiteX1" fmla="*/ -1 w 357976"/>
                <a:gd name="connsiteY1" fmla="*/ 206647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0"/>
                  </a:moveTo>
                  <a:lnTo>
                    <a:pt x="-1" y="206647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C540166-028C-5921-4527-638A5E50C75F}"/>
                </a:ext>
              </a:extLst>
            </p:cNvPr>
            <p:cNvSpPr/>
            <p:nvPr/>
          </p:nvSpPr>
          <p:spPr>
            <a:xfrm flipH="1">
              <a:off x="356063" y="3642425"/>
              <a:ext cx="370908" cy="214056"/>
            </a:xfrm>
            <a:custGeom>
              <a:avLst/>
              <a:gdLst>
                <a:gd name="connsiteX0" fmla="*/ 358070 w 358070"/>
                <a:gd name="connsiteY0" fmla="*/ 206647 h 206647"/>
                <a:gd name="connsiteX1" fmla="*/ 0 w 358070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647">
                  <a:moveTo>
                    <a:pt x="358070" y="206647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5E197FD-0DB1-A690-2C22-7B22AD934A69}"/>
                </a:ext>
              </a:extLst>
            </p:cNvPr>
            <p:cNvSpPr/>
            <p:nvPr/>
          </p:nvSpPr>
          <p:spPr>
            <a:xfrm flipH="1">
              <a:off x="-14748" y="2572240"/>
              <a:ext cx="741719" cy="856420"/>
            </a:xfrm>
            <a:custGeom>
              <a:avLst/>
              <a:gdLst>
                <a:gd name="connsiteX0" fmla="*/ 0 w 716046"/>
                <a:gd name="connsiteY0" fmla="*/ 620036 h 826777"/>
                <a:gd name="connsiteX1" fmla="*/ 358070 w 716046"/>
                <a:gd name="connsiteY1" fmla="*/ 826777 h 826777"/>
                <a:gd name="connsiteX2" fmla="*/ 716047 w 716046"/>
                <a:gd name="connsiteY2" fmla="*/ 620036 h 826777"/>
                <a:gd name="connsiteX3" fmla="*/ 716047 w 716046"/>
                <a:gd name="connsiteY3" fmla="*/ 206647 h 826777"/>
                <a:gd name="connsiteX4" fmla="*/ 358070 w 716046"/>
                <a:gd name="connsiteY4" fmla="*/ 0 h 826777"/>
                <a:gd name="connsiteX5" fmla="*/ 0 w 716046"/>
                <a:gd name="connsiteY5" fmla="*/ 206647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036"/>
                  </a:moveTo>
                  <a:lnTo>
                    <a:pt x="358070" y="826777"/>
                  </a:lnTo>
                  <a:lnTo>
                    <a:pt x="716047" y="620036"/>
                  </a:lnTo>
                  <a:lnTo>
                    <a:pt x="716047" y="206647"/>
                  </a:lnTo>
                  <a:lnTo>
                    <a:pt x="358070" y="0"/>
                  </a:lnTo>
                  <a:lnTo>
                    <a:pt x="0" y="206647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2AFA887C-BF52-8FBA-A0DA-C7FB2F27C96B}"/>
                </a:ext>
              </a:extLst>
            </p:cNvPr>
            <p:cNvSpPr/>
            <p:nvPr/>
          </p:nvSpPr>
          <p:spPr>
            <a:xfrm flipH="1">
              <a:off x="346351" y="3000451"/>
              <a:ext cx="9712" cy="428210"/>
            </a:xfrm>
            <a:custGeom>
              <a:avLst/>
              <a:gdLst>
                <a:gd name="connsiteX0" fmla="*/ -1 w 9376"/>
                <a:gd name="connsiteY0" fmla="*/ 0 h 413388"/>
                <a:gd name="connsiteX1" fmla="*/ -1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-1" y="0"/>
                  </a:moveTo>
                  <a:lnTo>
                    <a:pt x="-1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274FAC2-ECAF-20AC-E7F2-9551A2210968}"/>
                </a:ext>
              </a:extLst>
            </p:cNvPr>
            <p:cNvSpPr/>
            <p:nvPr/>
          </p:nvSpPr>
          <p:spPr>
            <a:xfrm flipH="1">
              <a:off x="-14748" y="2786296"/>
              <a:ext cx="370811" cy="214153"/>
            </a:xfrm>
            <a:custGeom>
              <a:avLst/>
              <a:gdLst>
                <a:gd name="connsiteX0" fmla="*/ 357976 w 357976"/>
                <a:gd name="connsiteY0" fmla="*/ 0 h 206741"/>
                <a:gd name="connsiteX1" fmla="*/ -1 w 357976"/>
                <a:gd name="connsiteY1" fmla="*/ 206741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741">
                  <a:moveTo>
                    <a:pt x="357976" y="0"/>
                  </a:moveTo>
                  <a:lnTo>
                    <a:pt x="-1" y="206741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35AAE8ED-C14A-A018-10C6-654E46311AC5}"/>
                </a:ext>
              </a:extLst>
            </p:cNvPr>
            <p:cNvSpPr/>
            <p:nvPr/>
          </p:nvSpPr>
          <p:spPr>
            <a:xfrm flipH="1">
              <a:off x="356063" y="2786296"/>
              <a:ext cx="370908" cy="214153"/>
            </a:xfrm>
            <a:custGeom>
              <a:avLst/>
              <a:gdLst>
                <a:gd name="connsiteX0" fmla="*/ 358070 w 358070"/>
                <a:gd name="connsiteY0" fmla="*/ 206741 h 206741"/>
                <a:gd name="connsiteX1" fmla="*/ 0 w 358070"/>
                <a:gd name="connsiteY1" fmla="*/ 0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741">
                  <a:moveTo>
                    <a:pt x="358070" y="206741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CD7C74A6-5B86-F66B-F96D-31D8F9729FB9}"/>
                </a:ext>
              </a:extLst>
            </p:cNvPr>
            <p:cNvSpPr/>
            <p:nvPr/>
          </p:nvSpPr>
          <p:spPr>
            <a:xfrm flipH="1">
              <a:off x="-14748" y="1715819"/>
              <a:ext cx="741719" cy="856420"/>
            </a:xfrm>
            <a:custGeom>
              <a:avLst/>
              <a:gdLst>
                <a:gd name="connsiteX0" fmla="*/ 0 w 716046"/>
                <a:gd name="connsiteY0" fmla="*/ 620130 h 826777"/>
                <a:gd name="connsiteX1" fmla="*/ 358070 w 716046"/>
                <a:gd name="connsiteY1" fmla="*/ 826778 h 826777"/>
                <a:gd name="connsiteX2" fmla="*/ 716047 w 716046"/>
                <a:gd name="connsiteY2" fmla="*/ 620130 h 826777"/>
                <a:gd name="connsiteX3" fmla="*/ 716047 w 716046"/>
                <a:gd name="connsiteY3" fmla="*/ 206741 h 826777"/>
                <a:gd name="connsiteX4" fmla="*/ 358070 w 716046"/>
                <a:gd name="connsiteY4" fmla="*/ 0 h 826777"/>
                <a:gd name="connsiteX5" fmla="*/ 0 w 716046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130"/>
                  </a:moveTo>
                  <a:lnTo>
                    <a:pt x="358070" y="826778"/>
                  </a:lnTo>
                  <a:lnTo>
                    <a:pt x="716047" y="620130"/>
                  </a:lnTo>
                  <a:lnTo>
                    <a:pt x="716047" y="206741"/>
                  </a:lnTo>
                  <a:lnTo>
                    <a:pt x="358070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5E9232AA-FF8C-A729-11DC-B2B73E9B9EFD}"/>
                </a:ext>
              </a:extLst>
            </p:cNvPr>
            <p:cNvSpPr/>
            <p:nvPr/>
          </p:nvSpPr>
          <p:spPr>
            <a:xfrm flipH="1">
              <a:off x="346351" y="2144029"/>
              <a:ext cx="9712" cy="428210"/>
            </a:xfrm>
            <a:custGeom>
              <a:avLst/>
              <a:gdLst>
                <a:gd name="connsiteX0" fmla="*/ -1 w 9376"/>
                <a:gd name="connsiteY0" fmla="*/ 0 h 413388"/>
                <a:gd name="connsiteX1" fmla="*/ -1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-1" y="0"/>
                  </a:moveTo>
                  <a:lnTo>
                    <a:pt x="-1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898EF19B-9570-78F2-84AD-388D43DE5553}"/>
                </a:ext>
              </a:extLst>
            </p:cNvPr>
            <p:cNvSpPr/>
            <p:nvPr/>
          </p:nvSpPr>
          <p:spPr>
            <a:xfrm flipH="1">
              <a:off x="-14748" y="1929973"/>
              <a:ext cx="370811" cy="214056"/>
            </a:xfrm>
            <a:custGeom>
              <a:avLst/>
              <a:gdLst>
                <a:gd name="connsiteX0" fmla="*/ 357976 w 357976"/>
                <a:gd name="connsiteY0" fmla="*/ 0 h 206647"/>
                <a:gd name="connsiteX1" fmla="*/ -1 w 357976"/>
                <a:gd name="connsiteY1" fmla="*/ 206647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0"/>
                  </a:moveTo>
                  <a:lnTo>
                    <a:pt x="-1" y="206647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CF283D04-74DE-12D9-470C-C9725739327A}"/>
                </a:ext>
              </a:extLst>
            </p:cNvPr>
            <p:cNvSpPr/>
            <p:nvPr/>
          </p:nvSpPr>
          <p:spPr>
            <a:xfrm flipH="1">
              <a:off x="356063" y="1929973"/>
              <a:ext cx="370908" cy="214056"/>
            </a:xfrm>
            <a:custGeom>
              <a:avLst/>
              <a:gdLst>
                <a:gd name="connsiteX0" fmla="*/ 358070 w 358070"/>
                <a:gd name="connsiteY0" fmla="*/ 206647 h 206647"/>
                <a:gd name="connsiteX1" fmla="*/ 0 w 358070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647">
                  <a:moveTo>
                    <a:pt x="358070" y="206647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F0D53435-FE5E-DECE-4522-AFC6390D8A9B}"/>
                </a:ext>
              </a:extLst>
            </p:cNvPr>
            <p:cNvSpPr/>
            <p:nvPr/>
          </p:nvSpPr>
          <p:spPr>
            <a:xfrm flipH="1">
              <a:off x="-14748" y="858719"/>
              <a:ext cx="741719" cy="856420"/>
            </a:xfrm>
            <a:custGeom>
              <a:avLst/>
              <a:gdLst>
                <a:gd name="connsiteX0" fmla="*/ 0 w 716046"/>
                <a:gd name="connsiteY0" fmla="*/ 620036 h 826777"/>
                <a:gd name="connsiteX1" fmla="*/ 358070 w 716046"/>
                <a:gd name="connsiteY1" fmla="*/ 826777 h 826777"/>
                <a:gd name="connsiteX2" fmla="*/ 716047 w 716046"/>
                <a:gd name="connsiteY2" fmla="*/ 620036 h 826777"/>
                <a:gd name="connsiteX3" fmla="*/ 716047 w 716046"/>
                <a:gd name="connsiteY3" fmla="*/ 206647 h 826777"/>
                <a:gd name="connsiteX4" fmla="*/ 358070 w 716046"/>
                <a:gd name="connsiteY4" fmla="*/ 0 h 826777"/>
                <a:gd name="connsiteX5" fmla="*/ 0 w 716046"/>
                <a:gd name="connsiteY5" fmla="*/ 206647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036"/>
                  </a:moveTo>
                  <a:lnTo>
                    <a:pt x="358070" y="826777"/>
                  </a:lnTo>
                  <a:lnTo>
                    <a:pt x="716047" y="620036"/>
                  </a:lnTo>
                  <a:lnTo>
                    <a:pt x="716047" y="206647"/>
                  </a:lnTo>
                  <a:lnTo>
                    <a:pt x="358070" y="0"/>
                  </a:lnTo>
                  <a:lnTo>
                    <a:pt x="0" y="206647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0B7038DB-129E-D563-A1E8-07B16A948F19}"/>
                </a:ext>
              </a:extLst>
            </p:cNvPr>
            <p:cNvSpPr/>
            <p:nvPr/>
          </p:nvSpPr>
          <p:spPr>
            <a:xfrm flipH="1">
              <a:off x="346351" y="1286929"/>
              <a:ext cx="9712" cy="428210"/>
            </a:xfrm>
            <a:custGeom>
              <a:avLst/>
              <a:gdLst>
                <a:gd name="connsiteX0" fmla="*/ -1 w 9376"/>
                <a:gd name="connsiteY0" fmla="*/ 0 h 413388"/>
                <a:gd name="connsiteX1" fmla="*/ -1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-1" y="0"/>
                  </a:moveTo>
                  <a:lnTo>
                    <a:pt x="-1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F25D13E-6731-5277-2571-C8C31A33B09B}"/>
                </a:ext>
              </a:extLst>
            </p:cNvPr>
            <p:cNvSpPr/>
            <p:nvPr/>
          </p:nvSpPr>
          <p:spPr>
            <a:xfrm flipH="1">
              <a:off x="-14748" y="1072775"/>
              <a:ext cx="370811" cy="214153"/>
            </a:xfrm>
            <a:custGeom>
              <a:avLst/>
              <a:gdLst>
                <a:gd name="connsiteX0" fmla="*/ 357976 w 357976"/>
                <a:gd name="connsiteY0" fmla="*/ 0 h 206741"/>
                <a:gd name="connsiteX1" fmla="*/ -1 w 357976"/>
                <a:gd name="connsiteY1" fmla="*/ 206741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741">
                  <a:moveTo>
                    <a:pt x="357976" y="0"/>
                  </a:moveTo>
                  <a:lnTo>
                    <a:pt x="-1" y="206741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19C75B2D-7C31-2E08-3BF4-FEAEBEF4A413}"/>
                </a:ext>
              </a:extLst>
            </p:cNvPr>
            <p:cNvSpPr/>
            <p:nvPr/>
          </p:nvSpPr>
          <p:spPr>
            <a:xfrm flipH="1">
              <a:off x="356063" y="1072775"/>
              <a:ext cx="370908" cy="214153"/>
            </a:xfrm>
            <a:custGeom>
              <a:avLst/>
              <a:gdLst>
                <a:gd name="connsiteX0" fmla="*/ 358070 w 358070"/>
                <a:gd name="connsiteY0" fmla="*/ 206741 h 206741"/>
                <a:gd name="connsiteX1" fmla="*/ 0 w 358070"/>
                <a:gd name="connsiteY1" fmla="*/ 0 h 206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741">
                  <a:moveTo>
                    <a:pt x="358070" y="206741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7E357C14-8C84-7D27-E978-B9236CA47100}"/>
                </a:ext>
              </a:extLst>
            </p:cNvPr>
            <p:cNvSpPr/>
            <p:nvPr/>
          </p:nvSpPr>
          <p:spPr>
            <a:xfrm flipH="1">
              <a:off x="-14748" y="2298"/>
              <a:ext cx="741719" cy="856420"/>
            </a:xfrm>
            <a:custGeom>
              <a:avLst/>
              <a:gdLst>
                <a:gd name="connsiteX0" fmla="*/ 0 w 716046"/>
                <a:gd name="connsiteY0" fmla="*/ 620130 h 826777"/>
                <a:gd name="connsiteX1" fmla="*/ 358070 w 716046"/>
                <a:gd name="connsiteY1" fmla="*/ 826777 h 826777"/>
                <a:gd name="connsiteX2" fmla="*/ 716047 w 716046"/>
                <a:gd name="connsiteY2" fmla="*/ 620130 h 826777"/>
                <a:gd name="connsiteX3" fmla="*/ 716047 w 716046"/>
                <a:gd name="connsiteY3" fmla="*/ 206741 h 826777"/>
                <a:gd name="connsiteX4" fmla="*/ 358070 w 716046"/>
                <a:gd name="connsiteY4" fmla="*/ 0 h 826777"/>
                <a:gd name="connsiteX5" fmla="*/ 0 w 716046"/>
                <a:gd name="connsiteY5" fmla="*/ 206741 h 82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046" h="826777">
                  <a:moveTo>
                    <a:pt x="0" y="620130"/>
                  </a:moveTo>
                  <a:lnTo>
                    <a:pt x="358070" y="826777"/>
                  </a:lnTo>
                  <a:lnTo>
                    <a:pt x="716047" y="620130"/>
                  </a:lnTo>
                  <a:lnTo>
                    <a:pt x="716047" y="206741"/>
                  </a:lnTo>
                  <a:lnTo>
                    <a:pt x="358070" y="0"/>
                  </a:lnTo>
                  <a:lnTo>
                    <a:pt x="0" y="206741"/>
                  </a:lnTo>
                </a:path>
              </a:pathLst>
            </a:custGeom>
            <a:noFill/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09808EE0-165F-3521-8424-DB4363DFB786}"/>
                </a:ext>
              </a:extLst>
            </p:cNvPr>
            <p:cNvSpPr/>
            <p:nvPr/>
          </p:nvSpPr>
          <p:spPr>
            <a:xfrm flipH="1">
              <a:off x="346351" y="430509"/>
              <a:ext cx="9712" cy="428210"/>
            </a:xfrm>
            <a:custGeom>
              <a:avLst/>
              <a:gdLst>
                <a:gd name="connsiteX0" fmla="*/ -1 w 9376"/>
                <a:gd name="connsiteY0" fmla="*/ 0 h 413388"/>
                <a:gd name="connsiteX1" fmla="*/ -1 w 9376"/>
                <a:gd name="connsiteY1" fmla="*/ 413389 h 413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76" h="413388">
                  <a:moveTo>
                    <a:pt x="-1" y="0"/>
                  </a:moveTo>
                  <a:lnTo>
                    <a:pt x="-1" y="413389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2B406726-8A7F-A6A5-4C6A-7DE757E05C7C}"/>
                </a:ext>
              </a:extLst>
            </p:cNvPr>
            <p:cNvSpPr/>
            <p:nvPr/>
          </p:nvSpPr>
          <p:spPr>
            <a:xfrm flipH="1">
              <a:off x="-14748" y="216451"/>
              <a:ext cx="370811" cy="214056"/>
            </a:xfrm>
            <a:custGeom>
              <a:avLst/>
              <a:gdLst>
                <a:gd name="connsiteX0" fmla="*/ 357976 w 357976"/>
                <a:gd name="connsiteY0" fmla="*/ 0 h 206647"/>
                <a:gd name="connsiteX1" fmla="*/ -1 w 357976"/>
                <a:gd name="connsiteY1" fmla="*/ 206647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7976" h="206647">
                  <a:moveTo>
                    <a:pt x="357976" y="0"/>
                  </a:moveTo>
                  <a:lnTo>
                    <a:pt x="-1" y="206647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3879B1B7-B341-A2E0-D53A-D955AB01910B}"/>
                </a:ext>
              </a:extLst>
            </p:cNvPr>
            <p:cNvSpPr/>
            <p:nvPr/>
          </p:nvSpPr>
          <p:spPr>
            <a:xfrm flipH="1">
              <a:off x="356063" y="216451"/>
              <a:ext cx="370908" cy="214056"/>
            </a:xfrm>
            <a:custGeom>
              <a:avLst/>
              <a:gdLst>
                <a:gd name="connsiteX0" fmla="*/ 358070 w 358070"/>
                <a:gd name="connsiteY0" fmla="*/ 206647 h 206647"/>
                <a:gd name="connsiteX1" fmla="*/ 0 w 358070"/>
                <a:gd name="connsiteY1" fmla="*/ 0 h 206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58070" h="206647">
                  <a:moveTo>
                    <a:pt x="358070" y="206647"/>
                  </a:moveTo>
                  <a:lnTo>
                    <a:pt x="0" y="0"/>
                  </a:lnTo>
                </a:path>
              </a:pathLst>
            </a:custGeom>
            <a:ln w="317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N" sz="1350"/>
            </a:p>
          </p:txBody>
        </p:sp>
      </p:grp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92C7F84-3091-F0B5-9A21-47F098756C6A}"/>
              </a:ext>
            </a:extLst>
          </p:cNvPr>
          <p:cNvSpPr/>
          <p:nvPr/>
        </p:nvSpPr>
        <p:spPr>
          <a:xfrm>
            <a:off x="6943786" y="0"/>
            <a:ext cx="2225620" cy="5143500"/>
          </a:xfrm>
          <a:prstGeom prst="rect">
            <a:avLst/>
          </a:prstGeom>
          <a:gradFill flip="none" rotWithShape="1">
            <a:gsLst>
              <a:gs pos="250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B858FAD4-3B59-40B9-9425-B2C42408D63F}"/>
              </a:ext>
            </a:extLst>
          </p:cNvPr>
          <p:cNvSpPr/>
          <p:nvPr userDrawn="1"/>
        </p:nvSpPr>
        <p:spPr>
          <a:xfrm>
            <a:off x="844615" y="2409732"/>
            <a:ext cx="2267211" cy="2260902"/>
          </a:xfrm>
          <a:prstGeom prst="rect">
            <a:avLst/>
          </a:prstGeom>
          <a:solidFill>
            <a:srgbClr val="F57D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6ECAA8A9-CB54-B54E-4343-EFD8253E442D}"/>
              </a:ext>
            </a:extLst>
          </p:cNvPr>
          <p:cNvSpPr/>
          <p:nvPr userDrawn="1"/>
        </p:nvSpPr>
        <p:spPr>
          <a:xfrm>
            <a:off x="3387356" y="2409732"/>
            <a:ext cx="2267211" cy="2260902"/>
          </a:xfrm>
          <a:prstGeom prst="rect">
            <a:avLst/>
          </a:prstGeom>
          <a:solidFill>
            <a:srgbClr val="F57D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56A0A585-44B6-F244-9CBB-FED74A3A2E4C}"/>
              </a:ext>
            </a:extLst>
          </p:cNvPr>
          <p:cNvSpPr/>
          <p:nvPr userDrawn="1"/>
        </p:nvSpPr>
        <p:spPr>
          <a:xfrm>
            <a:off x="5928017" y="2409732"/>
            <a:ext cx="2267211" cy="2260902"/>
          </a:xfrm>
          <a:prstGeom prst="rect">
            <a:avLst/>
          </a:prstGeom>
          <a:solidFill>
            <a:srgbClr val="F57D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85" name="Picture Placeholder 284">
            <a:extLst>
              <a:ext uri="{FF2B5EF4-FFF2-40B4-BE49-F238E27FC236}">
                <a16:creationId xmlns:a16="http://schemas.microsoft.com/office/drawing/2014/main" id="{964C5CD1-869D-98F0-DA33-5E6BE1EF8959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844615" y="465516"/>
            <a:ext cx="2267211" cy="2160240"/>
          </a:xfrm>
          <a:custGeom>
            <a:avLst/>
            <a:gdLst>
              <a:gd name="connsiteX0" fmla="*/ 0 w 3022161"/>
              <a:gd name="connsiteY0" fmla="*/ 0 h 2880320"/>
              <a:gd name="connsiteX1" fmla="*/ 3022161 w 3022161"/>
              <a:gd name="connsiteY1" fmla="*/ 0 h 2880320"/>
              <a:gd name="connsiteX2" fmla="*/ 3022161 w 3022161"/>
              <a:gd name="connsiteY2" fmla="*/ 2880320 h 2880320"/>
              <a:gd name="connsiteX3" fmla="*/ 0 w 3022161"/>
              <a:gd name="connsiteY3" fmla="*/ 2880320 h 288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2161" h="2880320">
                <a:moveTo>
                  <a:pt x="0" y="0"/>
                </a:moveTo>
                <a:lnTo>
                  <a:pt x="3022161" y="0"/>
                </a:lnTo>
                <a:lnTo>
                  <a:pt x="3022161" y="2880320"/>
                </a:lnTo>
                <a:lnTo>
                  <a:pt x="0" y="288032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284" name="Picture Placeholder 283">
            <a:extLst>
              <a:ext uri="{FF2B5EF4-FFF2-40B4-BE49-F238E27FC236}">
                <a16:creationId xmlns:a16="http://schemas.microsoft.com/office/drawing/2014/main" id="{79B765C4-5FA7-1687-4423-A9E76E9E623A}"/>
              </a:ext>
            </a:extLst>
          </p:cNvPr>
          <p:cNvSpPr>
            <a:spLocks noGrp="1"/>
          </p:cNvSpPr>
          <p:nvPr userDrawn="1">
            <p:ph type="pic" sz="quarter" idx="14"/>
          </p:nvPr>
        </p:nvSpPr>
        <p:spPr>
          <a:xfrm>
            <a:off x="3387356" y="465516"/>
            <a:ext cx="2267211" cy="2160240"/>
          </a:xfrm>
          <a:custGeom>
            <a:avLst/>
            <a:gdLst>
              <a:gd name="connsiteX0" fmla="*/ 0 w 3022161"/>
              <a:gd name="connsiteY0" fmla="*/ 0 h 2880320"/>
              <a:gd name="connsiteX1" fmla="*/ 3022161 w 3022161"/>
              <a:gd name="connsiteY1" fmla="*/ 0 h 2880320"/>
              <a:gd name="connsiteX2" fmla="*/ 3022161 w 3022161"/>
              <a:gd name="connsiteY2" fmla="*/ 2880320 h 2880320"/>
              <a:gd name="connsiteX3" fmla="*/ 0 w 3022161"/>
              <a:gd name="connsiteY3" fmla="*/ 2880320 h 288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2161" h="2880320">
                <a:moveTo>
                  <a:pt x="0" y="0"/>
                </a:moveTo>
                <a:lnTo>
                  <a:pt x="3022161" y="0"/>
                </a:lnTo>
                <a:lnTo>
                  <a:pt x="3022161" y="2880320"/>
                </a:lnTo>
                <a:lnTo>
                  <a:pt x="0" y="288032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283" name="Picture Placeholder 282">
            <a:extLst>
              <a:ext uri="{FF2B5EF4-FFF2-40B4-BE49-F238E27FC236}">
                <a16:creationId xmlns:a16="http://schemas.microsoft.com/office/drawing/2014/main" id="{BFB745FC-3021-1718-8F12-5652F49B5BD9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5928017" y="465516"/>
            <a:ext cx="2267211" cy="2160240"/>
          </a:xfrm>
          <a:custGeom>
            <a:avLst/>
            <a:gdLst>
              <a:gd name="connsiteX0" fmla="*/ 0 w 3022161"/>
              <a:gd name="connsiteY0" fmla="*/ 0 h 2880320"/>
              <a:gd name="connsiteX1" fmla="*/ 3022161 w 3022161"/>
              <a:gd name="connsiteY1" fmla="*/ 0 h 2880320"/>
              <a:gd name="connsiteX2" fmla="*/ 3022161 w 3022161"/>
              <a:gd name="connsiteY2" fmla="*/ 2880320 h 2880320"/>
              <a:gd name="connsiteX3" fmla="*/ 0 w 3022161"/>
              <a:gd name="connsiteY3" fmla="*/ 2880320 h 288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22161" h="2880320">
                <a:moveTo>
                  <a:pt x="0" y="0"/>
                </a:moveTo>
                <a:lnTo>
                  <a:pt x="3022161" y="0"/>
                </a:lnTo>
                <a:lnTo>
                  <a:pt x="3022161" y="2880320"/>
                </a:lnTo>
                <a:lnTo>
                  <a:pt x="0" y="288032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0835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s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1F693764-D452-5E3C-8672-7D31D8E432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843" y="195262"/>
            <a:ext cx="3396561" cy="10334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050">
                <a:solidFill>
                  <a:schemeClr val="accent2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marL="457121" indent="0">
              <a:buFontTx/>
              <a:buNone/>
              <a:defRPr/>
            </a:lvl2pPr>
            <a:lvl3pPr marL="914240" indent="0">
              <a:buFontTx/>
              <a:buNone/>
              <a:defRPr/>
            </a:lvl3pPr>
            <a:lvl4pPr marL="1371360" indent="0">
              <a:buFontTx/>
              <a:buNone/>
              <a:defRPr/>
            </a:lvl4pPr>
            <a:lvl5pPr marL="182848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  <a:endParaRPr lang="en-IN" dirty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51E75FA9-473A-52CC-A291-A793787847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6843" y="1371599"/>
            <a:ext cx="3396561" cy="106417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3000" b="1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marL="457121" indent="0">
              <a:buFontTx/>
              <a:buNone/>
              <a:defRPr/>
            </a:lvl2pPr>
            <a:lvl3pPr marL="914240" indent="0">
              <a:buFontTx/>
              <a:buNone/>
              <a:defRPr/>
            </a:lvl3pPr>
            <a:lvl4pPr marL="1371360" indent="0">
              <a:buFontTx/>
              <a:buNone/>
              <a:defRPr/>
            </a:lvl4pPr>
            <a:lvl5pPr marL="182848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  <a:endParaRPr lang="en-IN" dirty="0"/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7534DC2A-DAB0-0C0A-C5E0-68296A9A2F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6843" y="2600818"/>
            <a:ext cx="3396561" cy="196915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Segoe UI Black" panose="020B0A02040204020203" pitchFamily="34" charset="0"/>
              </a:defRPr>
            </a:lvl1pPr>
            <a:lvl2pPr marL="457121" indent="0">
              <a:buFontTx/>
              <a:buNone/>
              <a:defRPr/>
            </a:lvl2pPr>
            <a:lvl3pPr marL="914240" indent="0">
              <a:buFontTx/>
              <a:buNone/>
              <a:defRPr/>
            </a:lvl3pPr>
            <a:lvl4pPr marL="1371360" indent="0">
              <a:buFontTx/>
              <a:buNone/>
              <a:defRPr/>
            </a:lvl4pPr>
            <a:lvl5pPr marL="182848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8944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740992"/>
            <a:ext cx="7772400" cy="458115"/>
          </a:xfrm>
        </p:spPr>
        <p:txBody>
          <a:bodyPr/>
          <a:lstStyle>
            <a:lvl1pPr algn="ctr">
              <a:defRPr lang="en-US" sz="3000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132020"/>
            <a:ext cx="6400800" cy="573330"/>
          </a:xfrm>
        </p:spPr>
        <p:txBody>
          <a:bodyPr>
            <a:normAutofit/>
          </a:bodyPr>
          <a:lstStyle>
            <a:lvl1pPr marL="0" indent="0" algn="ctr">
              <a:buNone/>
              <a:defRPr lang="en-US" sz="18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37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4571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9592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04459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>
                    <a:lumMod val="75000"/>
                  </a:schemeClr>
                </a:solidFill>
              </a:defRPr>
            </a:lvl1pPr>
            <a:lvl2pPr marL="45718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8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4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4643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731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36971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96065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36971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42950"/>
            <a:ext cx="8229600" cy="3810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087834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75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76A7-B091-469C-82C8-89C693043C40}" type="datetimeFigureOut">
              <a:rPr lang="en-US" smtClean="0"/>
              <a:pPr/>
              <a:t>5/28/2025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9B1FA-81F2-4940-9AF3-5EAFB5D6669B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59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3331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53819"/>
            <a:ext cx="8229600" cy="374080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4767264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713" r:id="rId3"/>
    <p:sldLayoutId id="2147483714" r:id="rId4"/>
    <p:sldLayoutId id="2147483684" r:id="rId5"/>
    <p:sldLayoutId id="2147483715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711" r:id="rId24"/>
    <p:sldLayoutId id="2147483712" r:id="rId25"/>
  </p:sldLayoutIdLst>
  <p:txStyles>
    <p:titleStyle>
      <a:lvl1pPr algn="l" defTabSz="914362" rtl="0" eaLnBrk="1" latinLnBrk="0" hangingPunct="1">
        <a:spcBef>
          <a:spcPct val="0"/>
        </a:spcBef>
        <a:buNone/>
        <a:defRPr sz="2400" kern="1200">
          <a:solidFill>
            <a:schemeClr val="tx1">
              <a:lumMod val="65000"/>
              <a:lumOff val="35000"/>
            </a:schemeClr>
          </a:solidFill>
          <a:latin typeface="+mj-lt"/>
          <a:ea typeface="+mj-ea"/>
          <a:cs typeface="+mj-cs"/>
        </a:defRPr>
      </a:lvl1pPr>
    </p:titleStyle>
    <p:bodyStyle>
      <a:lvl1pPr marL="342886" indent="-342886" algn="l" defTabSz="914362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j-lt"/>
          <a:ea typeface="+mn-ea"/>
          <a:cs typeface="+mn-cs"/>
        </a:defRPr>
      </a:lvl1pPr>
      <a:lvl2pPr marL="742919" indent="-285738" algn="l" defTabSz="914362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2952" indent="-228591" algn="l" defTabSz="91436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134" indent="-228591" algn="l" defTabSz="914362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314" indent="-228591" algn="l" defTabSz="914362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495" indent="-228591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6" indent="-228591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1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4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5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8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33311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853819"/>
            <a:ext cx="8229600" cy="3740804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176A7-B091-469C-82C8-89C693043C40}" type="datetimeFigureOut">
              <a:rPr lang="en-US" smtClean="0"/>
              <a:pPr/>
              <a:t>5/28/2025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4767264"/>
            <a:ext cx="2133600" cy="273844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9B1FA-81F2-4940-9AF3-5EAFB5D6669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44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700" r:id="rId6"/>
    <p:sldLayoutId id="2147483701" r:id="rId7"/>
    <p:sldLayoutId id="2147483702" r:id="rId8"/>
    <p:sldLayoutId id="2147483710" r:id="rId9"/>
  </p:sldLayoutIdLst>
  <p:txStyles>
    <p:titleStyle>
      <a:lvl1pPr algn="l" defTabSz="914362" rtl="0" eaLnBrk="1" latinLnBrk="0" hangingPunct="1">
        <a:spcBef>
          <a:spcPct val="0"/>
        </a:spcBef>
        <a:buNone/>
        <a:defRPr sz="2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886" indent="-342886" algn="l" defTabSz="914362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bg1">
              <a:lumMod val="75000"/>
            </a:schemeClr>
          </a:solidFill>
          <a:latin typeface="+mj-lt"/>
          <a:ea typeface="+mn-ea"/>
          <a:cs typeface="+mn-cs"/>
        </a:defRPr>
      </a:lvl1pPr>
      <a:lvl2pPr marL="742919" indent="-285738" algn="l" defTabSz="914362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bg1">
              <a:lumMod val="75000"/>
            </a:schemeClr>
          </a:solidFill>
          <a:latin typeface="+mj-lt"/>
          <a:ea typeface="+mn-ea"/>
          <a:cs typeface="+mn-cs"/>
        </a:defRPr>
      </a:lvl2pPr>
      <a:lvl3pPr marL="1142952" indent="-228591" algn="l" defTabSz="914362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bg1">
              <a:lumMod val="75000"/>
            </a:schemeClr>
          </a:solidFill>
          <a:latin typeface="+mj-lt"/>
          <a:ea typeface="+mn-ea"/>
          <a:cs typeface="+mn-cs"/>
        </a:defRPr>
      </a:lvl3pPr>
      <a:lvl4pPr marL="1600134" indent="-228591" algn="l" defTabSz="914362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bg1">
              <a:lumMod val="75000"/>
            </a:schemeClr>
          </a:solidFill>
          <a:latin typeface="+mj-lt"/>
          <a:ea typeface="+mn-ea"/>
          <a:cs typeface="+mn-cs"/>
        </a:defRPr>
      </a:lvl4pPr>
      <a:lvl5pPr marL="2057314" indent="-228591" algn="l" defTabSz="914362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bg1">
              <a:lumMod val="75000"/>
            </a:schemeClr>
          </a:solidFill>
          <a:latin typeface="+mj-lt"/>
          <a:ea typeface="+mn-ea"/>
          <a:cs typeface="+mn-cs"/>
        </a:defRPr>
      </a:lvl5pPr>
      <a:lvl6pPr marL="2514495" indent="-228591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76" indent="-228591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57" indent="-228591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1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1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3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4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5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6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48" algn="l" defTabSz="91436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5">
            <a:extLst>
              <a:ext uri="{FF2B5EF4-FFF2-40B4-BE49-F238E27FC236}">
                <a16:creationId xmlns:a16="http://schemas.microsoft.com/office/drawing/2014/main" id="{DD48D187-9667-F56B-2E1B-EE36F6A03A9A}"/>
              </a:ext>
            </a:extLst>
          </p:cNvPr>
          <p:cNvGrpSpPr/>
          <p:nvPr/>
        </p:nvGrpSpPr>
        <p:grpSpPr>
          <a:xfrm>
            <a:off x="3886200" y="-1314450"/>
            <a:ext cx="7091026" cy="4605351"/>
            <a:chOff x="3624467" y="-322522"/>
            <a:chExt cx="5860352" cy="3806075"/>
          </a:xfrm>
        </p:grpSpPr>
        <p:sp>
          <p:nvSpPr>
            <p:cNvPr id="4" name="Freeform 90">
              <a:extLst>
                <a:ext uri="{FF2B5EF4-FFF2-40B4-BE49-F238E27FC236}">
                  <a16:creationId xmlns:a16="http://schemas.microsoft.com/office/drawing/2014/main" id="{700FBD1F-47FE-EAE9-08AB-77379CDE5F5E}"/>
                </a:ext>
              </a:extLst>
            </p:cNvPr>
            <p:cNvSpPr/>
            <p:nvPr/>
          </p:nvSpPr>
          <p:spPr>
            <a:xfrm>
              <a:off x="3624467" y="1317088"/>
              <a:ext cx="835390" cy="954173"/>
            </a:xfrm>
            <a:custGeom>
              <a:avLst/>
              <a:gdLst>
                <a:gd name="connsiteX0" fmla="*/ 417695 w 835390"/>
                <a:gd name="connsiteY0" fmla="*/ 0 h 954173"/>
                <a:gd name="connsiteX1" fmla="*/ 0 w 835390"/>
                <a:gd name="connsiteY1" fmla="*/ 240202 h 954173"/>
                <a:gd name="connsiteX2" fmla="*/ 0 w 835390"/>
                <a:gd name="connsiteY2" fmla="*/ 713307 h 954173"/>
                <a:gd name="connsiteX3" fmla="*/ 417695 w 835390"/>
                <a:gd name="connsiteY3" fmla="*/ 954173 h 954173"/>
                <a:gd name="connsiteX4" fmla="*/ 835391 w 835390"/>
                <a:gd name="connsiteY4" fmla="*/ 713307 h 954173"/>
                <a:gd name="connsiteX5" fmla="*/ 835391 w 835390"/>
                <a:gd name="connsiteY5" fmla="*/ 240202 h 95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5390" h="954173">
                  <a:moveTo>
                    <a:pt x="417695" y="0"/>
                  </a:moveTo>
                  <a:lnTo>
                    <a:pt x="0" y="240202"/>
                  </a:lnTo>
                  <a:lnTo>
                    <a:pt x="0" y="713307"/>
                  </a:lnTo>
                  <a:lnTo>
                    <a:pt x="417695" y="954173"/>
                  </a:lnTo>
                  <a:lnTo>
                    <a:pt x="835391" y="713307"/>
                  </a:lnTo>
                  <a:lnTo>
                    <a:pt x="835391" y="24020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3800000" scaled="0"/>
            </a:gradFill>
            <a:ln w="6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 dirty="0"/>
            </a:p>
          </p:txBody>
        </p:sp>
        <p:sp>
          <p:nvSpPr>
            <p:cNvPr id="6" name="Freeform 91">
              <a:extLst>
                <a:ext uri="{FF2B5EF4-FFF2-40B4-BE49-F238E27FC236}">
                  <a16:creationId xmlns:a16="http://schemas.microsoft.com/office/drawing/2014/main" id="{63196A2D-9C49-8ED6-606B-FC3AE8CDFF89}"/>
                </a:ext>
              </a:extLst>
            </p:cNvPr>
            <p:cNvSpPr/>
            <p:nvPr/>
          </p:nvSpPr>
          <p:spPr>
            <a:xfrm>
              <a:off x="4713529" y="1913613"/>
              <a:ext cx="834726" cy="954173"/>
            </a:xfrm>
            <a:custGeom>
              <a:avLst/>
              <a:gdLst>
                <a:gd name="connsiteX0" fmla="*/ 417695 w 834726"/>
                <a:gd name="connsiteY0" fmla="*/ 0 h 954173"/>
                <a:gd name="connsiteX1" fmla="*/ 0 w 834726"/>
                <a:gd name="connsiteY1" fmla="*/ 240202 h 954173"/>
                <a:gd name="connsiteX2" fmla="*/ 0 w 834726"/>
                <a:gd name="connsiteY2" fmla="*/ 713307 h 954173"/>
                <a:gd name="connsiteX3" fmla="*/ 417695 w 834726"/>
                <a:gd name="connsiteY3" fmla="*/ 954173 h 954173"/>
                <a:gd name="connsiteX4" fmla="*/ 834727 w 834726"/>
                <a:gd name="connsiteY4" fmla="*/ 713307 h 954173"/>
                <a:gd name="connsiteX5" fmla="*/ 834727 w 834726"/>
                <a:gd name="connsiteY5" fmla="*/ 240202 h 95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4726" h="954173">
                  <a:moveTo>
                    <a:pt x="417695" y="0"/>
                  </a:moveTo>
                  <a:lnTo>
                    <a:pt x="0" y="240202"/>
                  </a:lnTo>
                  <a:lnTo>
                    <a:pt x="0" y="713307"/>
                  </a:lnTo>
                  <a:lnTo>
                    <a:pt x="417695" y="954173"/>
                  </a:lnTo>
                  <a:lnTo>
                    <a:pt x="834727" y="713307"/>
                  </a:lnTo>
                  <a:lnTo>
                    <a:pt x="834727" y="24020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3800000" scaled="0"/>
            </a:gradFill>
            <a:ln w="6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7" name="Freeform 92">
              <a:extLst>
                <a:ext uri="{FF2B5EF4-FFF2-40B4-BE49-F238E27FC236}">
                  <a16:creationId xmlns:a16="http://schemas.microsoft.com/office/drawing/2014/main" id="{6DDAC3D4-DF86-12B0-0799-7099202F958F}"/>
                </a:ext>
              </a:extLst>
            </p:cNvPr>
            <p:cNvSpPr/>
            <p:nvPr/>
          </p:nvSpPr>
          <p:spPr>
            <a:xfrm>
              <a:off x="5815873" y="2529379"/>
              <a:ext cx="834726" cy="954173"/>
            </a:xfrm>
            <a:custGeom>
              <a:avLst/>
              <a:gdLst>
                <a:gd name="connsiteX0" fmla="*/ 417695 w 834726"/>
                <a:gd name="connsiteY0" fmla="*/ 0 h 954173"/>
                <a:gd name="connsiteX1" fmla="*/ 0 w 834726"/>
                <a:gd name="connsiteY1" fmla="*/ 240202 h 954173"/>
                <a:gd name="connsiteX2" fmla="*/ 0 w 834726"/>
                <a:gd name="connsiteY2" fmla="*/ 713971 h 954173"/>
                <a:gd name="connsiteX3" fmla="*/ 417695 w 834726"/>
                <a:gd name="connsiteY3" fmla="*/ 954173 h 954173"/>
                <a:gd name="connsiteX4" fmla="*/ 834727 w 834726"/>
                <a:gd name="connsiteY4" fmla="*/ 713971 h 954173"/>
                <a:gd name="connsiteX5" fmla="*/ 834727 w 834726"/>
                <a:gd name="connsiteY5" fmla="*/ 240202 h 95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4726" h="954173">
                  <a:moveTo>
                    <a:pt x="417695" y="0"/>
                  </a:moveTo>
                  <a:lnTo>
                    <a:pt x="0" y="240202"/>
                  </a:lnTo>
                  <a:lnTo>
                    <a:pt x="0" y="713971"/>
                  </a:lnTo>
                  <a:lnTo>
                    <a:pt x="417695" y="954173"/>
                  </a:lnTo>
                  <a:lnTo>
                    <a:pt x="834727" y="713971"/>
                  </a:lnTo>
                  <a:lnTo>
                    <a:pt x="834727" y="24020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3800000" scaled="0"/>
            </a:gradFill>
            <a:ln w="6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8" name="Freeform 93">
              <a:extLst>
                <a:ext uri="{FF2B5EF4-FFF2-40B4-BE49-F238E27FC236}">
                  <a16:creationId xmlns:a16="http://schemas.microsoft.com/office/drawing/2014/main" id="{1B730B64-72FF-DB56-E51D-7474D78B05E3}"/>
                </a:ext>
              </a:extLst>
            </p:cNvPr>
            <p:cNvSpPr/>
            <p:nvPr/>
          </p:nvSpPr>
          <p:spPr>
            <a:xfrm>
              <a:off x="6118686" y="1110727"/>
              <a:ext cx="835390" cy="954836"/>
            </a:xfrm>
            <a:custGeom>
              <a:avLst/>
              <a:gdLst>
                <a:gd name="connsiteX0" fmla="*/ 417696 w 835390"/>
                <a:gd name="connsiteY0" fmla="*/ 0 h 954836"/>
                <a:gd name="connsiteX1" fmla="*/ 0 w 835390"/>
                <a:gd name="connsiteY1" fmla="*/ 240866 h 954836"/>
                <a:gd name="connsiteX2" fmla="*/ 0 w 835390"/>
                <a:gd name="connsiteY2" fmla="*/ 713971 h 954836"/>
                <a:gd name="connsiteX3" fmla="*/ 417696 w 835390"/>
                <a:gd name="connsiteY3" fmla="*/ 954837 h 954836"/>
                <a:gd name="connsiteX4" fmla="*/ 835391 w 835390"/>
                <a:gd name="connsiteY4" fmla="*/ 713971 h 954836"/>
                <a:gd name="connsiteX5" fmla="*/ 835391 w 835390"/>
                <a:gd name="connsiteY5" fmla="*/ 240866 h 95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5390" h="954836">
                  <a:moveTo>
                    <a:pt x="417696" y="0"/>
                  </a:moveTo>
                  <a:lnTo>
                    <a:pt x="0" y="240866"/>
                  </a:lnTo>
                  <a:lnTo>
                    <a:pt x="0" y="713971"/>
                  </a:lnTo>
                  <a:lnTo>
                    <a:pt x="417696" y="954837"/>
                  </a:lnTo>
                  <a:lnTo>
                    <a:pt x="835391" y="713971"/>
                  </a:lnTo>
                  <a:lnTo>
                    <a:pt x="835391" y="24086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3800000" scaled="0"/>
            </a:gradFill>
            <a:ln w="6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9" name="Freeform 94">
              <a:extLst>
                <a:ext uri="{FF2B5EF4-FFF2-40B4-BE49-F238E27FC236}">
                  <a16:creationId xmlns:a16="http://schemas.microsoft.com/office/drawing/2014/main" id="{E5E83567-14C0-CF5A-BD34-7213E738ED75}"/>
                </a:ext>
              </a:extLst>
            </p:cNvPr>
            <p:cNvSpPr/>
            <p:nvPr/>
          </p:nvSpPr>
          <p:spPr>
            <a:xfrm>
              <a:off x="5067475" y="493633"/>
              <a:ext cx="834726" cy="954836"/>
            </a:xfrm>
            <a:custGeom>
              <a:avLst/>
              <a:gdLst>
                <a:gd name="connsiteX0" fmla="*/ 417031 w 834726"/>
                <a:gd name="connsiteY0" fmla="*/ 0 h 954836"/>
                <a:gd name="connsiteX1" fmla="*/ 0 w 834726"/>
                <a:gd name="connsiteY1" fmla="*/ 240866 h 954836"/>
                <a:gd name="connsiteX2" fmla="*/ 0 w 834726"/>
                <a:gd name="connsiteY2" fmla="*/ 713971 h 954836"/>
                <a:gd name="connsiteX3" fmla="*/ 417031 w 834726"/>
                <a:gd name="connsiteY3" fmla="*/ 954837 h 954836"/>
                <a:gd name="connsiteX4" fmla="*/ 834727 w 834726"/>
                <a:gd name="connsiteY4" fmla="*/ 713971 h 954836"/>
                <a:gd name="connsiteX5" fmla="*/ 834727 w 834726"/>
                <a:gd name="connsiteY5" fmla="*/ 240866 h 95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4726" h="954836">
                  <a:moveTo>
                    <a:pt x="417031" y="0"/>
                  </a:moveTo>
                  <a:lnTo>
                    <a:pt x="0" y="240866"/>
                  </a:lnTo>
                  <a:lnTo>
                    <a:pt x="0" y="713971"/>
                  </a:lnTo>
                  <a:lnTo>
                    <a:pt x="417031" y="954837"/>
                  </a:lnTo>
                  <a:lnTo>
                    <a:pt x="834727" y="713971"/>
                  </a:lnTo>
                  <a:lnTo>
                    <a:pt x="834727" y="24086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3800000" scaled="0"/>
            </a:gradFill>
            <a:ln w="6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10" name="Freeform 95">
              <a:extLst>
                <a:ext uri="{FF2B5EF4-FFF2-40B4-BE49-F238E27FC236}">
                  <a16:creationId xmlns:a16="http://schemas.microsoft.com/office/drawing/2014/main" id="{743566A2-D456-72FC-72F3-56F5B5E5F0F1}"/>
                </a:ext>
              </a:extLst>
            </p:cNvPr>
            <p:cNvSpPr/>
            <p:nvPr/>
          </p:nvSpPr>
          <p:spPr>
            <a:xfrm>
              <a:off x="7207748" y="1707251"/>
              <a:ext cx="834726" cy="954173"/>
            </a:xfrm>
            <a:custGeom>
              <a:avLst/>
              <a:gdLst>
                <a:gd name="connsiteX0" fmla="*/ 417696 w 834726"/>
                <a:gd name="connsiteY0" fmla="*/ 0 h 954173"/>
                <a:gd name="connsiteX1" fmla="*/ 0 w 834726"/>
                <a:gd name="connsiteY1" fmla="*/ 240202 h 954173"/>
                <a:gd name="connsiteX2" fmla="*/ 0 w 834726"/>
                <a:gd name="connsiteY2" fmla="*/ 713971 h 954173"/>
                <a:gd name="connsiteX3" fmla="*/ 417696 w 834726"/>
                <a:gd name="connsiteY3" fmla="*/ 954173 h 954173"/>
                <a:gd name="connsiteX4" fmla="*/ 834727 w 834726"/>
                <a:gd name="connsiteY4" fmla="*/ 713971 h 954173"/>
                <a:gd name="connsiteX5" fmla="*/ 834727 w 834726"/>
                <a:gd name="connsiteY5" fmla="*/ 240202 h 95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4726" h="954173">
                  <a:moveTo>
                    <a:pt x="417696" y="0"/>
                  </a:moveTo>
                  <a:lnTo>
                    <a:pt x="0" y="240202"/>
                  </a:lnTo>
                  <a:lnTo>
                    <a:pt x="0" y="713971"/>
                  </a:lnTo>
                  <a:lnTo>
                    <a:pt x="417696" y="954173"/>
                  </a:lnTo>
                  <a:lnTo>
                    <a:pt x="834727" y="713971"/>
                  </a:lnTo>
                  <a:lnTo>
                    <a:pt x="834727" y="24020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3800000" scaled="0"/>
            </a:gradFill>
            <a:ln w="6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12" name="Freeform 96">
              <a:extLst>
                <a:ext uri="{FF2B5EF4-FFF2-40B4-BE49-F238E27FC236}">
                  <a16:creationId xmlns:a16="http://schemas.microsoft.com/office/drawing/2014/main" id="{C5BD9D91-B9A7-A492-80A7-851831D48213}"/>
                </a:ext>
              </a:extLst>
            </p:cNvPr>
            <p:cNvSpPr/>
            <p:nvPr/>
          </p:nvSpPr>
          <p:spPr>
            <a:xfrm>
              <a:off x="7562358" y="292580"/>
              <a:ext cx="834726" cy="954836"/>
            </a:xfrm>
            <a:custGeom>
              <a:avLst/>
              <a:gdLst>
                <a:gd name="connsiteX0" fmla="*/ 417695 w 834726"/>
                <a:gd name="connsiteY0" fmla="*/ 0 h 954836"/>
                <a:gd name="connsiteX1" fmla="*/ 0 w 834726"/>
                <a:gd name="connsiteY1" fmla="*/ 240202 h 954836"/>
                <a:gd name="connsiteX2" fmla="*/ 0 w 834726"/>
                <a:gd name="connsiteY2" fmla="*/ 713971 h 954836"/>
                <a:gd name="connsiteX3" fmla="*/ 417695 w 834726"/>
                <a:gd name="connsiteY3" fmla="*/ 954837 h 954836"/>
                <a:gd name="connsiteX4" fmla="*/ 834727 w 834726"/>
                <a:gd name="connsiteY4" fmla="*/ 713971 h 954836"/>
                <a:gd name="connsiteX5" fmla="*/ 834727 w 834726"/>
                <a:gd name="connsiteY5" fmla="*/ 240202 h 95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4726" h="954836">
                  <a:moveTo>
                    <a:pt x="417695" y="0"/>
                  </a:moveTo>
                  <a:lnTo>
                    <a:pt x="0" y="240202"/>
                  </a:lnTo>
                  <a:lnTo>
                    <a:pt x="0" y="713971"/>
                  </a:lnTo>
                  <a:lnTo>
                    <a:pt x="417695" y="954837"/>
                  </a:lnTo>
                  <a:lnTo>
                    <a:pt x="834727" y="713971"/>
                  </a:lnTo>
                  <a:lnTo>
                    <a:pt x="834727" y="24020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3800000" scaled="0"/>
            </a:gradFill>
            <a:ln w="6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13" name="Freeform 97">
              <a:extLst>
                <a:ext uri="{FF2B5EF4-FFF2-40B4-BE49-F238E27FC236}">
                  <a16:creationId xmlns:a16="http://schemas.microsoft.com/office/drawing/2014/main" id="{17258E3D-976E-938B-56C3-E3455C6BB05C}"/>
                </a:ext>
              </a:extLst>
            </p:cNvPr>
            <p:cNvSpPr/>
            <p:nvPr/>
          </p:nvSpPr>
          <p:spPr>
            <a:xfrm>
              <a:off x="6509819" y="-318541"/>
              <a:ext cx="834726" cy="954173"/>
            </a:xfrm>
            <a:custGeom>
              <a:avLst/>
              <a:gdLst>
                <a:gd name="connsiteX0" fmla="*/ 417695 w 834726"/>
                <a:gd name="connsiteY0" fmla="*/ 0 h 954173"/>
                <a:gd name="connsiteX1" fmla="*/ 0 w 834726"/>
                <a:gd name="connsiteY1" fmla="*/ 240202 h 954173"/>
                <a:gd name="connsiteX2" fmla="*/ 0 w 834726"/>
                <a:gd name="connsiteY2" fmla="*/ 713307 h 954173"/>
                <a:gd name="connsiteX3" fmla="*/ 417695 w 834726"/>
                <a:gd name="connsiteY3" fmla="*/ 954173 h 954173"/>
                <a:gd name="connsiteX4" fmla="*/ 834727 w 834726"/>
                <a:gd name="connsiteY4" fmla="*/ 713307 h 954173"/>
                <a:gd name="connsiteX5" fmla="*/ 834727 w 834726"/>
                <a:gd name="connsiteY5" fmla="*/ 240202 h 95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4726" h="954173">
                  <a:moveTo>
                    <a:pt x="417695" y="0"/>
                  </a:moveTo>
                  <a:lnTo>
                    <a:pt x="0" y="240202"/>
                  </a:lnTo>
                  <a:lnTo>
                    <a:pt x="0" y="713307"/>
                  </a:lnTo>
                  <a:lnTo>
                    <a:pt x="417695" y="954173"/>
                  </a:lnTo>
                  <a:lnTo>
                    <a:pt x="834727" y="713307"/>
                  </a:lnTo>
                  <a:lnTo>
                    <a:pt x="834727" y="240202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3800000" scaled="0"/>
            </a:gradFill>
            <a:ln w="6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14" name="Freeform 98">
              <a:extLst>
                <a:ext uri="{FF2B5EF4-FFF2-40B4-BE49-F238E27FC236}">
                  <a16:creationId xmlns:a16="http://schemas.microsoft.com/office/drawing/2014/main" id="{A40D28FB-D1D0-7000-E3A2-3FA838B9FFC4}"/>
                </a:ext>
              </a:extLst>
            </p:cNvPr>
            <p:cNvSpPr/>
            <p:nvPr/>
          </p:nvSpPr>
          <p:spPr>
            <a:xfrm>
              <a:off x="8650093" y="891758"/>
              <a:ext cx="834726" cy="954836"/>
            </a:xfrm>
            <a:custGeom>
              <a:avLst/>
              <a:gdLst>
                <a:gd name="connsiteX0" fmla="*/ 417696 w 834726"/>
                <a:gd name="connsiteY0" fmla="*/ 0 h 954836"/>
                <a:gd name="connsiteX1" fmla="*/ 0 w 834726"/>
                <a:gd name="connsiteY1" fmla="*/ 240866 h 954836"/>
                <a:gd name="connsiteX2" fmla="*/ 0 w 834726"/>
                <a:gd name="connsiteY2" fmla="*/ 713971 h 954836"/>
                <a:gd name="connsiteX3" fmla="*/ 417696 w 834726"/>
                <a:gd name="connsiteY3" fmla="*/ 954837 h 954836"/>
                <a:gd name="connsiteX4" fmla="*/ 834727 w 834726"/>
                <a:gd name="connsiteY4" fmla="*/ 713971 h 954836"/>
                <a:gd name="connsiteX5" fmla="*/ 834727 w 834726"/>
                <a:gd name="connsiteY5" fmla="*/ 240866 h 95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4726" h="954836">
                  <a:moveTo>
                    <a:pt x="417696" y="0"/>
                  </a:moveTo>
                  <a:lnTo>
                    <a:pt x="0" y="240866"/>
                  </a:lnTo>
                  <a:lnTo>
                    <a:pt x="0" y="713971"/>
                  </a:lnTo>
                  <a:lnTo>
                    <a:pt x="417696" y="954837"/>
                  </a:lnTo>
                  <a:lnTo>
                    <a:pt x="834727" y="713971"/>
                  </a:lnTo>
                  <a:lnTo>
                    <a:pt x="834727" y="240866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tx2"/>
                </a:gs>
              </a:gsLst>
              <a:lin ang="13800000" scaled="0"/>
            </a:gradFill>
            <a:ln w="663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grpSp>
          <p:nvGrpSpPr>
            <p:cNvPr id="15" name="Graphic 5">
              <a:extLst>
                <a:ext uri="{FF2B5EF4-FFF2-40B4-BE49-F238E27FC236}">
                  <a16:creationId xmlns:a16="http://schemas.microsoft.com/office/drawing/2014/main" id="{61BC292C-B76C-302E-EB36-23C49141DDBE}"/>
                </a:ext>
              </a:extLst>
            </p:cNvPr>
            <p:cNvGrpSpPr/>
            <p:nvPr/>
          </p:nvGrpSpPr>
          <p:grpSpPr>
            <a:xfrm>
              <a:off x="3624467" y="-322522"/>
              <a:ext cx="5860352" cy="3806075"/>
              <a:chOff x="3624467" y="-322522"/>
              <a:chExt cx="5860352" cy="3806075"/>
            </a:xfrm>
          </p:grpSpPr>
          <p:grpSp>
            <p:nvGrpSpPr>
              <p:cNvPr id="16" name="Graphic 5">
                <a:extLst>
                  <a:ext uri="{FF2B5EF4-FFF2-40B4-BE49-F238E27FC236}">
                    <a16:creationId xmlns:a16="http://schemas.microsoft.com/office/drawing/2014/main" id="{B2FD5A2A-218E-3048-5BCA-5B8AEE44D298}"/>
                  </a:ext>
                </a:extLst>
              </p:cNvPr>
              <p:cNvGrpSpPr/>
              <p:nvPr/>
            </p:nvGrpSpPr>
            <p:grpSpPr>
              <a:xfrm>
                <a:off x="3624467" y="-322522"/>
                <a:ext cx="5860352" cy="3806075"/>
                <a:chOff x="3624467" y="-322522"/>
                <a:chExt cx="5860352" cy="3806075"/>
              </a:xfrm>
              <a:noFill/>
            </p:grpSpPr>
            <p:grpSp>
              <p:nvGrpSpPr>
                <p:cNvPr id="53" name="Graphic 5">
                  <a:extLst>
                    <a:ext uri="{FF2B5EF4-FFF2-40B4-BE49-F238E27FC236}">
                      <a16:creationId xmlns:a16="http://schemas.microsoft.com/office/drawing/2014/main" id="{EEB0A978-B5D2-ECC7-5543-DFC66ACDA5C6}"/>
                    </a:ext>
                  </a:extLst>
                </p:cNvPr>
                <p:cNvGrpSpPr/>
                <p:nvPr/>
              </p:nvGrpSpPr>
              <p:grpSpPr>
                <a:xfrm>
                  <a:off x="4713529" y="1914276"/>
                  <a:ext cx="834726" cy="954173"/>
                  <a:chOff x="4713529" y="1914276"/>
                  <a:chExt cx="834726" cy="954173"/>
                </a:xfrm>
                <a:noFill/>
              </p:grpSpPr>
              <p:sp>
                <p:nvSpPr>
                  <p:cNvPr id="86" name="Freeform 102">
                    <a:extLst>
                      <a:ext uri="{FF2B5EF4-FFF2-40B4-BE49-F238E27FC236}">
                        <a16:creationId xmlns:a16="http://schemas.microsoft.com/office/drawing/2014/main" id="{A252F22C-2212-4890-36C6-83C7B81111C3}"/>
                      </a:ext>
                    </a:extLst>
                  </p:cNvPr>
                  <p:cNvSpPr/>
                  <p:nvPr/>
                </p:nvSpPr>
                <p:spPr>
                  <a:xfrm>
                    <a:off x="4713529" y="2154478"/>
                    <a:ext cx="417695" cy="713971"/>
                  </a:xfrm>
                  <a:custGeom>
                    <a:avLst/>
                    <a:gdLst>
                      <a:gd name="connsiteX0" fmla="*/ 417695 w 417695"/>
                      <a:gd name="connsiteY0" fmla="*/ 713971 h 713971"/>
                      <a:gd name="connsiteX1" fmla="*/ 0 w 417695"/>
                      <a:gd name="connsiteY1" fmla="*/ 473769 h 713971"/>
                      <a:gd name="connsiteX2" fmla="*/ 0 w 417695"/>
                      <a:gd name="connsiteY2" fmla="*/ 0 h 713971"/>
                      <a:gd name="connsiteX3" fmla="*/ 417695 w 417695"/>
                      <a:gd name="connsiteY3" fmla="*/ 240866 h 713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695" h="713971">
                        <a:moveTo>
                          <a:pt x="417695" y="713971"/>
                        </a:moveTo>
                        <a:lnTo>
                          <a:pt x="0" y="473769"/>
                        </a:lnTo>
                        <a:lnTo>
                          <a:pt x="0" y="0"/>
                        </a:lnTo>
                        <a:lnTo>
                          <a:pt x="417695" y="240866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87" name="Freeform 103">
                    <a:extLst>
                      <a:ext uri="{FF2B5EF4-FFF2-40B4-BE49-F238E27FC236}">
                        <a16:creationId xmlns:a16="http://schemas.microsoft.com/office/drawing/2014/main" id="{ED4D8388-56FA-30E7-CCFA-3C3ADF2760D0}"/>
                      </a:ext>
                    </a:extLst>
                  </p:cNvPr>
                  <p:cNvSpPr/>
                  <p:nvPr/>
                </p:nvSpPr>
                <p:spPr>
                  <a:xfrm>
                    <a:off x="5131225" y="2154478"/>
                    <a:ext cx="417031" cy="713971"/>
                  </a:xfrm>
                  <a:custGeom>
                    <a:avLst/>
                    <a:gdLst>
                      <a:gd name="connsiteX0" fmla="*/ 0 w 417031"/>
                      <a:gd name="connsiteY0" fmla="*/ 713971 h 713971"/>
                      <a:gd name="connsiteX1" fmla="*/ 417031 w 417031"/>
                      <a:gd name="connsiteY1" fmla="*/ 473769 h 713971"/>
                      <a:gd name="connsiteX2" fmla="*/ 417031 w 417031"/>
                      <a:gd name="connsiteY2" fmla="*/ 0 h 713971"/>
                      <a:gd name="connsiteX3" fmla="*/ 0 w 417031"/>
                      <a:gd name="connsiteY3" fmla="*/ 240866 h 713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031" h="713971">
                        <a:moveTo>
                          <a:pt x="0" y="713971"/>
                        </a:moveTo>
                        <a:lnTo>
                          <a:pt x="417031" y="473769"/>
                        </a:lnTo>
                        <a:lnTo>
                          <a:pt x="417031" y="0"/>
                        </a:lnTo>
                        <a:lnTo>
                          <a:pt x="0" y="240866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88" name="Freeform 104">
                    <a:extLst>
                      <a:ext uri="{FF2B5EF4-FFF2-40B4-BE49-F238E27FC236}">
                        <a16:creationId xmlns:a16="http://schemas.microsoft.com/office/drawing/2014/main" id="{F09FCACA-E25E-1D55-9D1A-C097810171F7}"/>
                      </a:ext>
                    </a:extLst>
                  </p:cNvPr>
                  <p:cNvSpPr/>
                  <p:nvPr/>
                </p:nvSpPr>
                <p:spPr>
                  <a:xfrm>
                    <a:off x="4713529" y="1914276"/>
                    <a:ext cx="834726" cy="480404"/>
                  </a:xfrm>
                  <a:custGeom>
                    <a:avLst/>
                    <a:gdLst>
                      <a:gd name="connsiteX0" fmla="*/ 834727 w 834726"/>
                      <a:gd name="connsiteY0" fmla="*/ 240202 h 480404"/>
                      <a:gd name="connsiteX1" fmla="*/ 417695 w 834726"/>
                      <a:gd name="connsiteY1" fmla="*/ 480404 h 480404"/>
                      <a:gd name="connsiteX2" fmla="*/ 0 w 834726"/>
                      <a:gd name="connsiteY2" fmla="*/ 240202 h 480404"/>
                      <a:gd name="connsiteX3" fmla="*/ 417695 w 834726"/>
                      <a:gd name="connsiteY3" fmla="*/ 0 h 4804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34726" h="480404">
                        <a:moveTo>
                          <a:pt x="834727" y="240202"/>
                        </a:moveTo>
                        <a:lnTo>
                          <a:pt x="417695" y="480404"/>
                        </a:lnTo>
                        <a:lnTo>
                          <a:pt x="0" y="240202"/>
                        </a:lnTo>
                        <a:lnTo>
                          <a:pt x="417695" y="0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4" name="Graphic 5">
                  <a:extLst>
                    <a:ext uri="{FF2B5EF4-FFF2-40B4-BE49-F238E27FC236}">
                      <a16:creationId xmlns:a16="http://schemas.microsoft.com/office/drawing/2014/main" id="{CB71988B-B5B1-5967-ADE5-0FF257C0A432}"/>
                    </a:ext>
                  </a:extLst>
                </p:cNvPr>
                <p:cNvGrpSpPr/>
                <p:nvPr/>
              </p:nvGrpSpPr>
              <p:grpSpPr>
                <a:xfrm>
                  <a:off x="5816537" y="2528716"/>
                  <a:ext cx="834726" cy="954836"/>
                  <a:chOff x="5816537" y="2528716"/>
                  <a:chExt cx="834726" cy="954836"/>
                </a:xfrm>
                <a:noFill/>
              </p:grpSpPr>
              <p:sp>
                <p:nvSpPr>
                  <p:cNvPr id="83" name="Freeform 106">
                    <a:extLst>
                      <a:ext uri="{FF2B5EF4-FFF2-40B4-BE49-F238E27FC236}">
                        <a16:creationId xmlns:a16="http://schemas.microsoft.com/office/drawing/2014/main" id="{6176E026-0EBD-97D1-85E1-F1A5C5F7F5BF}"/>
                      </a:ext>
                    </a:extLst>
                  </p:cNvPr>
                  <p:cNvSpPr/>
                  <p:nvPr/>
                </p:nvSpPr>
                <p:spPr>
                  <a:xfrm>
                    <a:off x="5816537" y="2769582"/>
                    <a:ext cx="417031" cy="713970"/>
                  </a:xfrm>
                  <a:custGeom>
                    <a:avLst/>
                    <a:gdLst>
                      <a:gd name="connsiteX0" fmla="*/ 417031 w 417031"/>
                      <a:gd name="connsiteY0" fmla="*/ 713971 h 713970"/>
                      <a:gd name="connsiteX1" fmla="*/ 0 w 417031"/>
                      <a:gd name="connsiteY1" fmla="*/ 473105 h 713970"/>
                      <a:gd name="connsiteX2" fmla="*/ 0 w 417031"/>
                      <a:gd name="connsiteY2" fmla="*/ 0 h 713970"/>
                      <a:gd name="connsiteX3" fmla="*/ 417031 w 417031"/>
                      <a:gd name="connsiteY3" fmla="*/ 240202 h 7139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031" h="713970">
                        <a:moveTo>
                          <a:pt x="417031" y="713971"/>
                        </a:moveTo>
                        <a:lnTo>
                          <a:pt x="0" y="473105"/>
                        </a:lnTo>
                        <a:lnTo>
                          <a:pt x="0" y="0"/>
                        </a:lnTo>
                        <a:lnTo>
                          <a:pt x="417031" y="240202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84" name="Freeform 107">
                    <a:extLst>
                      <a:ext uri="{FF2B5EF4-FFF2-40B4-BE49-F238E27FC236}">
                        <a16:creationId xmlns:a16="http://schemas.microsoft.com/office/drawing/2014/main" id="{0EBE6E96-CD00-AA11-67DC-48C80E22A65E}"/>
                      </a:ext>
                    </a:extLst>
                  </p:cNvPr>
                  <p:cNvSpPr/>
                  <p:nvPr/>
                </p:nvSpPr>
                <p:spPr>
                  <a:xfrm>
                    <a:off x="6233569" y="2769582"/>
                    <a:ext cx="417695" cy="713970"/>
                  </a:xfrm>
                  <a:custGeom>
                    <a:avLst/>
                    <a:gdLst>
                      <a:gd name="connsiteX0" fmla="*/ 0 w 417695"/>
                      <a:gd name="connsiteY0" fmla="*/ 713971 h 713970"/>
                      <a:gd name="connsiteX1" fmla="*/ 417695 w 417695"/>
                      <a:gd name="connsiteY1" fmla="*/ 473105 h 713970"/>
                      <a:gd name="connsiteX2" fmla="*/ 417695 w 417695"/>
                      <a:gd name="connsiteY2" fmla="*/ 0 h 713970"/>
                      <a:gd name="connsiteX3" fmla="*/ 0 w 417695"/>
                      <a:gd name="connsiteY3" fmla="*/ 240202 h 7139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695" h="713970">
                        <a:moveTo>
                          <a:pt x="0" y="713971"/>
                        </a:moveTo>
                        <a:lnTo>
                          <a:pt x="417695" y="473105"/>
                        </a:lnTo>
                        <a:lnTo>
                          <a:pt x="417695" y="0"/>
                        </a:lnTo>
                        <a:lnTo>
                          <a:pt x="0" y="240202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85" name="Freeform 108">
                    <a:extLst>
                      <a:ext uri="{FF2B5EF4-FFF2-40B4-BE49-F238E27FC236}">
                        <a16:creationId xmlns:a16="http://schemas.microsoft.com/office/drawing/2014/main" id="{677A085F-2F2D-6589-7483-3F4F8408E36E}"/>
                      </a:ext>
                    </a:extLst>
                  </p:cNvPr>
                  <p:cNvSpPr/>
                  <p:nvPr/>
                </p:nvSpPr>
                <p:spPr>
                  <a:xfrm>
                    <a:off x="5816537" y="2528716"/>
                    <a:ext cx="834726" cy="481067"/>
                  </a:xfrm>
                  <a:custGeom>
                    <a:avLst/>
                    <a:gdLst>
                      <a:gd name="connsiteX0" fmla="*/ 834727 w 834726"/>
                      <a:gd name="connsiteY0" fmla="*/ 240866 h 481067"/>
                      <a:gd name="connsiteX1" fmla="*/ 417031 w 834726"/>
                      <a:gd name="connsiteY1" fmla="*/ 481068 h 481067"/>
                      <a:gd name="connsiteX2" fmla="*/ 0 w 834726"/>
                      <a:gd name="connsiteY2" fmla="*/ 240866 h 481067"/>
                      <a:gd name="connsiteX3" fmla="*/ 417031 w 834726"/>
                      <a:gd name="connsiteY3" fmla="*/ 0 h 4810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34726" h="481067">
                        <a:moveTo>
                          <a:pt x="834727" y="240866"/>
                        </a:moveTo>
                        <a:lnTo>
                          <a:pt x="417031" y="481068"/>
                        </a:lnTo>
                        <a:lnTo>
                          <a:pt x="0" y="240866"/>
                        </a:lnTo>
                        <a:lnTo>
                          <a:pt x="417031" y="0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5" name="Graphic 5">
                  <a:extLst>
                    <a:ext uri="{FF2B5EF4-FFF2-40B4-BE49-F238E27FC236}">
                      <a16:creationId xmlns:a16="http://schemas.microsoft.com/office/drawing/2014/main" id="{107CECB4-9F29-5628-3525-10D89A43966C}"/>
                    </a:ext>
                  </a:extLst>
                </p:cNvPr>
                <p:cNvGrpSpPr/>
                <p:nvPr/>
              </p:nvGrpSpPr>
              <p:grpSpPr>
                <a:xfrm>
                  <a:off x="6118686" y="1110063"/>
                  <a:ext cx="835390" cy="954173"/>
                  <a:chOff x="6118686" y="1110063"/>
                  <a:chExt cx="835390" cy="954173"/>
                </a:xfrm>
                <a:noFill/>
              </p:grpSpPr>
              <p:sp>
                <p:nvSpPr>
                  <p:cNvPr id="80" name="Freeform 110">
                    <a:extLst>
                      <a:ext uri="{FF2B5EF4-FFF2-40B4-BE49-F238E27FC236}">
                        <a16:creationId xmlns:a16="http://schemas.microsoft.com/office/drawing/2014/main" id="{8D2DA875-8C62-825D-8965-14065566C4E6}"/>
                      </a:ext>
                    </a:extLst>
                  </p:cNvPr>
                  <p:cNvSpPr/>
                  <p:nvPr/>
                </p:nvSpPr>
                <p:spPr>
                  <a:xfrm>
                    <a:off x="6118686" y="1350266"/>
                    <a:ext cx="417695" cy="713970"/>
                  </a:xfrm>
                  <a:custGeom>
                    <a:avLst/>
                    <a:gdLst>
                      <a:gd name="connsiteX0" fmla="*/ 417696 w 417695"/>
                      <a:gd name="connsiteY0" fmla="*/ 713971 h 713970"/>
                      <a:gd name="connsiteX1" fmla="*/ 0 w 417695"/>
                      <a:gd name="connsiteY1" fmla="*/ 473769 h 713970"/>
                      <a:gd name="connsiteX2" fmla="*/ 0 w 417695"/>
                      <a:gd name="connsiteY2" fmla="*/ 0 h 713970"/>
                      <a:gd name="connsiteX3" fmla="*/ 417696 w 417695"/>
                      <a:gd name="connsiteY3" fmla="*/ 240866 h 7139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695" h="713970">
                        <a:moveTo>
                          <a:pt x="417696" y="713971"/>
                        </a:moveTo>
                        <a:lnTo>
                          <a:pt x="0" y="473769"/>
                        </a:lnTo>
                        <a:lnTo>
                          <a:pt x="0" y="0"/>
                        </a:lnTo>
                        <a:lnTo>
                          <a:pt x="417696" y="240866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81" name="Freeform 111">
                    <a:extLst>
                      <a:ext uri="{FF2B5EF4-FFF2-40B4-BE49-F238E27FC236}">
                        <a16:creationId xmlns:a16="http://schemas.microsoft.com/office/drawing/2014/main" id="{FF637AD6-BA41-B5FB-AA72-7ABC47AEC8E1}"/>
                      </a:ext>
                    </a:extLst>
                  </p:cNvPr>
                  <p:cNvSpPr/>
                  <p:nvPr/>
                </p:nvSpPr>
                <p:spPr>
                  <a:xfrm>
                    <a:off x="6536381" y="1350266"/>
                    <a:ext cx="417695" cy="713970"/>
                  </a:xfrm>
                  <a:custGeom>
                    <a:avLst/>
                    <a:gdLst>
                      <a:gd name="connsiteX0" fmla="*/ 0 w 417695"/>
                      <a:gd name="connsiteY0" fmla="*/ 713971 h 713970"/>
                      <a:gd name="connsiteX1" fmla="*/ 417695 w 417695"/>
                      <a:gd name="connsiteY1" fmla="*/ 473769 h 713970"/>
                      <a:gd name="connsiteX2" fmla="*/ 417695 w 417695"/>
                      <a:gd name="connsiteY2" fmla="*/ 0 h 713970"/>
                      <a:gd name="connsiteX3" fmla="*/ 0 w 417695"/>
                      <a:gd name="connsiteY3" fmla="*/ 240866 h 7139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695" h="713970">
                        <a:moveTo>
                          <a:pt x="0" y="713971"/>
                        </a:moveTo>
                        <a:lnTo>
                          <a:pt x="417695" y="473769"/>
                        </a:lnTo>
                        <a:lnTo>
                          <a:pt x="417695" y="0"/>
                        </a:lnTo>
                        <a:lnTo>
                          <a:pt x="0" y="240866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82" name="Freeform 112">
                    <a:extLst>
                      <a:ext uri="{FF2B5EF4-FFF2-40B4-BE49-F238E27FC236}">
                        <a16:creationId xmlns:a16="http://schemas.microsoft.com/office/drawing/2014/main" id="{4EBD6BF2-AC0D-188E-1185-E606FA473303}"/>
                      </a:ext>
                    </a:extLst>
                  </p:cNvPr>
                  <p:cNvSpPr/>
                  <p:nvPr/>
                </p:nvSpPr>
                <p:spPr>
                  <a:xfrm>
                    <a:off x="6118686" y="1110063"/>
                    <a:ext cx="835390" cy="480404"/>
                  </a:xfrm>
                  <a:custGeom>
                    <a:avLst/>
                    <a:gdLst>
                      <a:gd name="connsiteX0" fmla="*/ 835391 w 835390"/>
                      <a:gd name="connsiteY0" fmla="*/ 240202 h 480404"/>
                      <a:gd name="connsiteX1" fmla="*/ 417696 w 835390"/>
                      <a:gd name="connsiteY1" fmla="*/ 480404 h 480404"/>
                      <a:gd name="connsiteX2" fmla="*/ 0 w 835390"/>
                      <a:gd name="connsiteY2" fmla="*/ 240202 h 480404"/>
                      <a:gd name="connsiteX3" fmla="*/ 417696 w 835390"/>
                      <a:gd name="connsiteY3" fmla="*/ 0 h 4804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35390" h="480404">
                        <a:moveTo>
                          <a:pt x="835391" y="240202"/>
                        </a:moveTo>
                        <a:lnTo>
                          <a:pt x="417696" y="480404"/>
                        </a:lnTo>
                        <a:lnTo>
                          <a:pt x="0" y="240202"/>
                        </a:lnTo>
                        <a:lnTo>
                          <a:pt x="417696" y="0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6" name="Graphic 5">
                  <a:extLst>
                    <a:ext uri="{FF2B5EF4-FFF2-40B4-BE49-F238E27FC236}">
                      <a16:creationId xmlns:a16="http://schemas.microsoft.com/office/drawing/2014/main" id="{5BB6FB89-82C2-4441-D5FC-B3DD2C3D7E00}"/>
                    </a:ext>
                  </a:extLst>
                </p:cNvPr>
                <p:cNvGrpSpPr/>
                <p:nvPr/>
              </p:nvGrpSpPr>
              <p:grpSpPr>
                <a:xfrm>
                  <a:off x="7207748" y="1707251"/>
                  <a:ext cx="834726" cy="954173"/>
                  <a:chOff x="7207748" y="1707251"/>
                  <a:chExt cx="834726" cy="954173"/>
                </a:xfrm>
                <a:noFill/>
              </p:grpSpPr>
              <p:sp>
                <p:nvSpPr>
                  <p:cNvPr id="77" name="Freeform 114">
                    <a:extLst>
                      <a:ext uri="{FF2B5EF4-FFF2-40B4-BE49-F238E27FC236}">
                        <a16:creationId xmlns:a16="http://schemas.microsoft.com/office/drawing/2014/main" id="{60AEBEE7-6E8A-4C3D-6E3C-07A857B91BB4}"/>
                      </a:ext>
                    </a:extLst>
                  </p:cNvPr>
                  <p:cNvSpPr/>
                  <p:nvPr/>
                </p:nvSpPr>
                <p:spPr>
                  <a:xfrm>
                    <a:off x="7207748" y="1947453"/>
                    <a:ext cx="417695" cy="713971"/>
                  </a:xfrm>
                  <a:custGeom>
                    <a:avLst/>
                    <a:gdLst>
                      <a:gd name="connsiteX0" fmla="*/ 417696 w 417695"/>
                      <a:gd name="connsiteY0" fmla="*/ 713971 h 713971"/>
                      <a:gd name="connsiteX1" fmla="*/ 0 w 417695"/>
                      <a:gd name="connsiteY1" fmla="*/ 473769 h 713971"/>
                      <a:gd name="connsiteX2" fmla="*/ 0 w 417695"/>
                      <a:gd name="connsiteY2" fmla="*/ 0 h 713971"/>
                      <a:gd name="connsiteX3" fmla="*/ 417696 w 417695"/>
                      <a:gd name="connsiteY3" fmla="*/ 240866 h 713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695" h="713971">
                        <a:moveTo>
                          <a:pt x="417696" y="713971"/>
                        </a:moveTo>
                        <a:lnTo>
                          <a:pt x="0" y="473769"/>
                        </a:lnTo>
                        <a:lnTo>
                          <a:pt x="0" y="0"/>
                        </a:lnTo>
                        <a:lnTo>
                          <a:pt x="417696" y="240866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8" name="Freeform 115">
                    <a:extLst>
                      <a:ext uri="{FF2B5EF4-FFF2-40B4-BE49-F238E27FC236}">
                        <a16:creationId xmlns:a16="http://schemas.microsoft.com/office/drawing/2014/main" id="{63F0F6FD-9140-6EA0-C346-30B72698A2CF}"/>
                      </a:ext>
                    </a:extLst>
                  </p:cNvPr>
                  <p:cNvSpPr/>
                  <p:nvPr/>
                </p:nvSpPr>
                <p:spPr>
                  <a:xfrm>
                    <a:off x="7625444" y="1947453"/>
                    <a:ext cx="417031" cy="713971"/>
                  </a:xfrm>
                  <a:custGeom>
                    <a:avLst/>
                    <a:gdLst>
                      <a:gd name="connsiteX0" fmla="*/ 0 w 417031"/>
                      <a:gd name="connsiteY0" fmla="*/ 713971 h 713971"/>
                      <a:gd name="connsiteX1" fmla="*/ 417031 w 417031"/>
                      <a:gd name="connsiteY1" fmla="*/ 473769 h 713971"/>
                      <a:gd name="connsiteX2" fmla="*/ 417031 w 417031"/>
                      <a:gd name="connsiteY2" fmla="*/ 0 h 713971"/>
                      <a:gd name="connsiteX3" fmla="*/ 0 w 417031"/>
                      <a:gd name="connsiteY3" fmla="*/ 240866 h 713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031" h="713971">
                        <a:moveTo>
                          <a:pt x="0" y="713971"/>
                        </a:moveTo>
                        <a:lnTo>
                          <a:pt x="417031" y="473769"/>
                        </a:lnTo>
                        <a:lnTo>
                          <a:pt x="417031" y="0"/>
                        </a:lnTo>
                        <a:lnTo>
                          <a:pt x="0" y="240866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9" name="Freeform 116">
                    <a:extLst>
                      <a:ext uri="{FF2B5EF4-FFF2-40B4-BE49-F238E27FC236}">
                        <a16:creationId xmlns:a16="http://schemas.microsoft.com/office/drawing/2014/main" id="{E9D21D85-D528-0426-BCF8-F353BD7DF962}"/>
                      </a:ext>
                    </a:extLst>
                  </p:cNvPr>
                  <p:cNvSpPr/>
                  <p:nvPr/>
                </p:nvSpPr>
                <p:spPr>
                  <a:xfrm>
                    <a:off x="7207748" y="1707251"/>
                    <a:ext cx="834726" cy="480404"/>
                  </a:xfrm>
                  <a:custGeom>
                    <a:avLst/>
                    <a:gdLst>
                      <a:gd name="connsiteX0" fmla="*/ 834727 w 834726"/>
                      <a:gd name="connsiteY0" fmla="*/ 240202 h 480404"/>
                      <a:gd name="connsiteX1" fmla="*/ 417696 w 834726"/>
                      <a:gd name="connsiteY1" fmla="*/ 480404 h 480404"/>
                      <a:gd name="connsiteX2" fmla="*/ 0 w 834726"/>
                      <a:gd name="connsiteY2" fmla="*/ 240202 h 480404"/>
                      <a:gd name="connsiteX3" fmla="*/ 417696 w 834726"/>
                      <a:gd name="connsiteY3" fmla="*/ 0 h 4804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34726" h="480404">
                        <a:moveTo>
                          <a:pt x="834727" y="240202"/>
                        </a:moveTo>
                        <a:lnTo>
                          <a:pt x="417696" y="480404"/>
                        </a:lnTo>
                        <a:lnTo>
                          <a:pt x="0" y="240202"/>
                        </a:lnTo>
                        <a:lnTo>
                          <a:pt x="417696" y="0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7" name="Graphic 5">
                  <a:extLst>
                    <a:ext uri="{FF2B5EF4-FFF2-40B4-BE49-F238E27FC236}">
                      <a16:creationId xmlns:a16="http://schemas.microsoft.com/office/drawing/2014/main" id="{E6D38761-FB87-C80C-5BAF-73F930A1964D}"/>
                    </a:ext>
                  </a:extLst>
                </p:cNvPr>
                <p:cNvGrpSpPr/>
                <p:nvPr/>
              </p:nvGrpSpPr>
              <p:grpSpPr>
                <a:xfrm>
                  <a:off x="3624467" y="1317088"/>
                  <a:ext cx="835390" cy="954173"/>
                  <a:chOff x="3624467" y="1317088"/>
                  <a:chExt cx="835390" cy="954173"/>
                </a:xfrm>
                <a:noFill/>
              </p:grpSpPr>
              <p:sp>
                <p:nvSpPr>
                  <p:cNvPr id="74" name="Freeform 118">
                    <a:extLst>
                      <a:ext uri="{FF2B5EF4-FFF2-40B4-BE49-F238E27FC236}">
                        <a16:creationId xmlns:a16="http://schemas.microsoft.com/office/drawing/2014/main" id="{1116BC1E-A53F-AE34-7A23-09C96DC3C358}"/>
                      </a:ext>
                    </a:extLst>
                  </p:cNvPr>
                  <p:cNvSpPr/>
                  <p:nvPr/>
                </p:nvSpPr>
                <p:spPr>
                  <a:xfrm>
                    <a:off x="3624467" y="1557291"/>
                    <a:ext cx="417695" cy="713971"/>
                  </a:xfrm>
                  <a:custGeom>
                    <a:avLst/>
                    <a:gdLst>
                      <a:gd name="connsiteX0" fmla="*/ 417695 w 417695"/>
                      <a:gd name="connsiteY0" fmla="*/ 713971 h 713971"/>
                      <a:gd name="connsiteX1" fmla="*/ 0 w 417695"/>
                      <a:gd name="connsiteY1" fmla="*/ 473105 h 713971"/>
                      <a:gd name="connsiteX2" fmla="*/ 0 w 417695"/>
                      <a:gd name="connsiteY2" fmla="*/ 0 h 713971"/>
                      <a:gd name="connsiteX3" fmla="*/ 417695 w 417695"/>
                      <a:gd name="connsiteY3" fmla="*/ 240866 h 713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695" h="713971">
                        <a:moveTo>
                          <a:pt x="417695" y="713971"/>
                        </a:moveTo>
                        <a:lnTo>
                          <a:pt x="0" y="473105"/>
                        </a:lnTo>
                        <a:lnTo>
                          <a:pt x="0" y="0"/>
                        </a:lnTo>
                        <a:lnTo>
                          <a:pt x="417695" y="240866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5" name="Freeform 119">
                    <a:extLst>
                      <a:ext uri="{FF2B5EF4-FFF2-40B4-BE49-F238E27FC236}">
                        <a16:creationId xmlns:a16="http://schemas.microsoft.com/office/drawing/2014/main" id="{F36B1AC9-6B90-028C-0A77-15CA060C6C03}"/>
                      </a:ext>
                    </a:extLst>
                  </p:cNvPr>
                  <p:cNvSpPr/>
                  <p:nvPr/>
                </p:nvSpPr>
                <p:spPr>
                  <a:xfrm>
                    <a:off x="4042162" y="1557291"/>
                    <a:ext cx="417695" cy="713971"/>
                  </a:xfrm>
                  <a:custGeom>
                    <a:avLst/>
                    <a:gdLst>
                      <a:gd name="connsiteX0" fmla="*/ 0 w 417695"/>
                      <a:gd name="connsiteY0" fmla="*/ 713971 h 713971"/>
                      <a:gd name="connsiteX1" fmla="*/ 417695 w 417695"/>
                      <a:gd name="connsiteY1" fmla="*/ 473105 h 713971"/>
                      <a:gd name="connsiteX2" fmla="*/ 417695 w 417695"/>
                      <a:gd name="connsiteY2" fmla="*/ 0 h 713971"/>
                      <a:gd name="connsiteX3" fmla="*/ 0 w 417695"/>
                      <a:gd name="connsiteY3" fmla="*/ 240866 h 713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695" h="713971">
                        <a:moveTo>
                          <a:pt x="0" y="713971"/>
                        </a:moveTo>
                        <a:lnTo>
                          <a:pt x="417695" y="473105"/>
                        </a:lnTo>
                        <a:lnTo>
                          <a:pt x="417695" y="0"/>
                        </a:lnTo>
                        <a:lnTo>
                          <a:pt x="0" y="240866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6" name="Freeform 120">
                    <a:extLst>
                      <a:ext uri="{FF2B5EF4-FFF2-40B4-BE49-F238E27FC236}">
                        <a16:creationId xmlns:a16="http://schemas.microsoft.com/office/drawing/2014/main" id="{0612719B-7FCF-270B-530D-2F13BB061F8B}"/>
                      </a:ext>
                    </a:extLst>
                  </p:cNvPr>
                  <p:cNvSpPr/>
                  <p:nvPr/>
                </p:nvSpPr>
                <p:spPr>
                  <a:xfrm>
                    <a:off x="3624467" y="1317088"/>
                    <a:ext cx="835390" cy="480404"/>
                  </a:xfrm>
                  <a:custGeom>
                    <a:avLst/>
                    <a:gdLst>
                      <a:gd name="connsiteX0" fmla="*/ 835391 w 835390"/>
                      <a:gd name="connsiteY0" fmla="*/ 240202 h 480404"/>
                      <a:gd name="connsiteX1" fmla="*/ 417695 w 835390"/>
                      <a:gd name="connsiteY1" fmla="*/ 480404 h 480404"/>
                      <a:gd name="connsiteX2" fmla="*/ 0 w 835390"/>
                      <a:gd name="connsiteY2" fmla="*/ 240202 h 480404"/>
                      <a:gd name="connsiteX3" fmla="*/ 417695 w 835390"/>
                      <a:gd name="connsiteY3" fmla="*/ 0 h 4804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35390" h="480404">
                        <a:moveTo>
                          <a:pt x="835391" y="240202"/>
                        </a:moveTo>
                        <a:lnTo>
                          <a:pt x="417695" y="480404"/>
                        </a:lnTo>
                        <a:lnTo>
                          <a:pt x="0" y="240202"/>
                        </a:lnTo>
                        <a:lnTo>
                          <a:pt x="417695" y="0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8" name="Graphic 5">
                  <a:extLst>
                    <a:ext uri="{FF2B5EF4-FFF2-40B4-BE49-F238E27FC236}">
                      <a16:creationId xmlns:a16="http://schemas.microsoft.com/office/drawing/2014/main" id="{5191161D-9F44-AD72-F140-BE0782537BAA}"/>
                    </a:ext>
                  </a:extLst>
                </p:cNvPr>
                <p:cNvGrpSpPr/>
                <p:nvPr/>
              </p:nvGrpSpPr>
              <p:grpSpPr>
                <a:xfrm>
                  <a:off x="5067475" y="493633"/>
                  <a:ext cx="834726" cy="954836"/>
                  <a:chOff x="5067475" y="493633"/>
                  <a:chExt cx="834726" cy="954836"/>
                </a:xfrm>
                <a:noFill/>
              </p:grpSpPr>
              <p:sp>
                <p:nvSpPr>
                  <p:cNvPr id="71" name="Freeform 122">
                    <a:extLst>
                      <a:ext uri="{FF2B5EF4-FFF2-40B4-BE49-F238E27FC236}">
                        <a16:creationId xmlns:a16="http://schemas.microsoft.com/office/drawing/2014/main" id="{4FEB3B7A-CAD2-9D37-D626-AE4EF353C6E8}"/>
                      </a:ext>
                    </a:extLst>
                  </p:cNvPr>
                  <p:cNvSpPr/>
                  <p:nvPr/>
                </p:nvSpPr>
                <p:spPr>
                  <a:xfrm>
                    <a:off x="5067475" y="734499"/>
                    <a:ext cx="417031" cy="713971"/>
                  </a:xfrm>
                  <a:custGeom>
                    <a:avLst/>
                    <a:gdLst>
                      <a:gd name="connsiteX0" fmla="*/ 417031 w 417031"/>
                      <a:gd name="connsiteY0" fmla="*/ 713971 h 713971"/>
                      <a:gd name="connsiteX1" fmla="*/ 0 w 417031"/>
                      <a:gd name="connsiteY1" fmla="*/ 473105 h 713971"/>
                      <a:gd name="connsiteX2" fmla="*/ 0 w 417031"/>
                      <a:gd name="connsiteY2" fmla="*/ 0 h 713971"/>
                      <a:gd name="connsiteX3" fmla="*/ 417031 w 417031"/>
                      <a:gd name="connsiteY3" fmla="*/ 240202 h 713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031" h="713971">
                        <a:moveTo>
                          <a:pt x="417031" y="713971"/>
                        </a:moveTo>
                        <a:lnTo>
                          <a:pt x="0" y="473105"/>
                        </a:lnTo>
                        <a:lnTo>
                          <a:pt x="0" y="0"/>
                        </a:lnTo>
                        <a:lnTo>
                          <a:pt x="417031" y="240202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2" name="Freeform 123">
                    <a:extLst>
                      <a:ext uri="{FF2B5EF4-FFF2-40B4-BE49-F238E27FC236}">
                        <a16:creationId xmlns:a16="http://schemas.microsoft.com/office/drawing/2014/main" id="{384EE63D-C183-1A4E-F27F-1C8308AE0F3C}"/>
                      </a:ext>
                    </a:extLst>
                  </p:cNvPr>
                  <p:cNvSpPr/>
                  <p:nvPr/>
                </p:nvSpPr>
                <p:spPr>
                  <a:xfrm>
                    <a:off x="5484506" y="734499"/>
                    <a:ext cx="417695" cy="713971"/>
                  </a:xfrm>
                  <a:custGeom>
                    <a:avLst/>
                    <a:gdLst>
                      <a:gd name="connsiteX0" fmla="*/ 0 w 417695"/>
                      <a:gd name="connsiteY0" fmla="*/ 713971 h 713971"/>
                      <a:gd name="connsiteX1" fmla="*/ 417696 w 417695"/>
                      <a:gd name="connsiteY1" fmla="*/ 473105 h 713971"/>
                      <a:gd name="connsiteX2" fmla="*/ 417696 w 417695"/>
                      <a:gd name="connsiteY2" fmla="*/ 0 h 713971"/>
                      <a:gd name="connsiteX3" fmla="*/ 0 w 417695"/>
                      <a:gd name="connsiteY3" fmla="*/ 240202 h 713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695" h="713971">
                        <a:moveTo>
                          <a:pt x="0" y="713971"/>
                        </a:moveTo>
                        <a:lnTo>
                          <a:pt x="417696" y="473105"/>
                        </a:lnTo>
                        <a:lnTo>
                          <a:pt x="417696" y="0"/>
                        </a:lnTo>
                        <a:lnTo>
                          <a:pt x="0" y="240202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3" name="Freeform 124">
                    <a:extLst>
                      <a:ext uri="{FF2B5EF4-FFF2-40B4-BE49-F238E27FC236}">
                        <a16:creationId xmlns:a16="http://schemas.microsoft.com/office/drawing/2014/main" id="{F9EFBC30-AC82-D5DD-B5ED-C5BC90887450}"/>
                      </a:ext>
                    </a:extLst>
                  </p:cNvPr>
                  <p:cNvSpPr/>
                  <p:nvPr/>
                </p:nvSpPr>
                <p:spPr>
                  <a:xfrm>
                    <a:off x="5067475" y="493633"/>
                    <a:ext cx="834726" cy="481067"/>
                  </a:xfrm>
                  <a:custGeom>
                    <a:avLst/>
                    <a:gdLst>
                      <a:gd name="connsiteX0" fmla="*/ 834727 w 834726"/>
                      <a:gd name="connsiteY0" fmla="*/ 240866 h 481067"/>
                      <a:gd name="connsiteX1" fmla="*/ 417031 w 834726"/>
                      <a:gd name="connsiteY1" fmla="*/ 481068 h 481067"/>
                      <a:gd name="connsiteX2" fmla="*/ 0 w 834726"/>
                      <a:gd name="connsiteY2" fmla="*/ 240866 h 481067"/>
                      <a:gd name="connsiteX3" fmla="*/ 417031 w 834726"/>
                      <a:gd name="connsiteY3" fmla="*/ 0 h 4810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34726" h="481067">
                        <a:moveTo>
                          <a:pt x="834727" y="240866"/>
                        </a:moveTo>
                        <a:lnTo>
                          <a:pt x="417031" y="481068"/>
                        </a:lnTo>
                        <a:lnTo>
                          <a:pt x="0" y="240866"/>
                        </a:lnTo>
                        <a:lnTo>
                          <a:pt x="417031" y="0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9" name="Graphic 5">
                  <a:extLst>
                    <a:ext uri="{FF2B5EF4-FFF2-40B4-BE49-F238E27FC236}">
                      <a16:creationId xmlns:a16="http://schemas.microsoft.com/office/drawing/2014/main" id="{632B1960-D4E9-30BD-A763-767ACD74025C}"/>
                    </a:ext>
                  </a:extLst>
                </p:cNvPr>
                <p:cNvGrpSpPr/>
                <p:nvPr/>
              </p:nvGrpSpPr>
              <p:grpSpPr>
                <a:xfrm>
                  <a:off x="7561694" y="293907"/>
                  <a:ext cx="834726" cy="954173"/>
                  <a:chOff x="7561694" y="293907"/>
                  <a:chExt cx="834726" cy="954173"/>
                </a:xfrm>
                <a:noFill/>
              </p:grpSpPr>
              <p:sp>
                <p:nvSpPr>
                  <p:cNvPr id="68" name="Freeform 126">
                    <a:extLst>
                      <a:ext uri="{FF2B5EF4-FFF2-40B4-BE49-F238E27FC236}">
                        <a16:creationId xmlns:a16="http://schemas.microsoft.com/office/drawing/2014/main" id="{1102CDCB-A5DB-7DD9-44A8-F4C3B46363E4}"/>
                      </a:ext>
                    </a:extLst>
                  </p:cNvPr>
                  <p:cNvSpPr/>
                  <p:nvPr/>
                </p:nvSpPr>
                <p:spPr>
                  <a:xfrm>
                    <a:off x="7561694" y="534109"/>
                    <a:ext cx="417031" cy="713970"/>
                  </a:xfrm>
                  <a:custGeom>
                    <a:avLst/>
                    <a:gdLst>
                      <a:gd name="connsiteX0" fmla="*/ 417032 w 417031"/>
                      <a:gd name="connsiteY0" fmla="*/ 713971 h 713970"/>
                      <a:gd name="connsiteX1" fmla="*/ 0 w 417031"/>
                      <a:gd name="connsiteY1" fmla="*/ 473769 h 713970"/>
                      <a:gd name="connsiteX2" fmla="*/ 0 w 417031"/>
                      <a:gd name="connsiteY2" fmla="*/ 0 h 713970"/>
                      <a:gd name="connsiteX3" fmla="*/ 417032 w 417031"/>
                      <a:gd name="connsiteY3" fmla="*/ 240866 h 7139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031" h="713970">
                        <a:moveTo>
                          <a:pt x="417032" y="713971"/>
                        </a:moveTo>
                        <a:lnTo>
                          <a:pt x="0" y="473769"/>
                        </a:lnTo>
                        <a:lnTo>
                          <a:pt x="0" y="0"/>
                        </a:lnTo>
                        <a:lnTo>
                          <a:pt x="417032" y="240866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69" name="Freeform 127">
                    <a:extLst>
                      <a:ext uri="{FF2B5EF4-FFF2-40B4-BE49-F238E27FC236}">
                        <a16:creationId xmlns:a16="http://schemas.microsoft.com/office/drawing/2014/main" id="{30ADF785-A878-B44C-02E9-F90C6EA723E9}"/>
                      </a:ext>
                    </a:extLst>
                  </p:cNvPr>
                  <p:cNvSpPr/>
                  <p:nvPr/>
                </p:nvSpPr>
                <p:spPr>
                  <a:xfrm>
                    <a:off x="7978725" y="534109"/>
                    <a:ext cx="417695" cy="713970"/>
                  </a:xfrm>
                  <a:custGeom>
                    <a:avLst/>
                    <a:gdLst>
                      <a:gd name="connsiteX0" fmla="*/ 0 w 417695"/>
                      <a:gd name="connsiteY0" fmla="*/ 713971 h 713970"/>
                      <a:gd name="connsiteX1" fmla="*/ 417695 w 417695"/>
                      <a:gd name="connsiteY1" fmla="*/ 473769 h 713970"/>
                      <a:gd name="connsiteX2" fmla="*/ 417695 w 417695"/>
                      <a:gd name="connsiteY2" fmla="*/ 0 h 713970"/>
                      <a:gd name="connsiteX3" fmla="*/ 0 w 417695"/>
                      <a:gd name="connsiteY3" fmla="*/ 240866 h 7139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695" h="713970">
                        <a:moveTo>
                          <a:pt x="0" y="713971"/>
                        </a:moveTo>
                        <a:lnTo>
                          <a:pt x="417695" y="473769"/>
                        </a:lnTo>
                        <a:lnTo>
                          <a:pt x="417695" y="0"/>
                        </a:lnTo>
                        <a:lnTo>
                          <a:pt x="0" y="240866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0" name="Freeform 128">
                    <a:extLst>
                      <a:ext uri="{FF2B5EF4-FFF2-40B4-BE49-F238E27FC236}">
                        <a16:creationId xmlns:a16="http://schemas.microsoft.com/office/drawing/2014/main" id="{0F5E887F-ECDE-253C-4AFC-A6A771347456}"/>
                      </a:ext>
                    </a:extLst>
                  </p:cNvPr>
                  <p:cNvSpPr/>
                  <p:nvPr/>
                </p:nvSpPr>
                <p:spPr>
                  <a:xfrm>
                    <a:off x="7561694" y="293907"/>
                    <a:ext cx="834726" cy="480404"/>
                  </a:xfrm>
                  <a:custGeom>
                    <a:avLst/>
                    <a:gdLst>
                      <a:gd name="connsiteX0" fmla="*/ 834727 w 834726"/>
                      <a:gd name="connsiteY0" fmla="*/ 240202 h 480404"/>
                      <a:gd name="connsiteX1" fmla="*/ 417032 w 834726"/>
                      <a:gd name="connsiteY1" fmla="*/ 480404 h 480404"/>
                      <a:gd name="connsiteX2" fmla="*/ 0 w 834726"/>
                      <a:gd name="connsiteY2" fmla="*/ 240202 h 480404"/>
                      <a:gd name="connsiteX3" fmla="*/ 417032 w 834726"/>
                      <a:gd name="connsiteY3" fmla="*/ 0 h 4804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34726" h="480404">
                        <a:moveTo>
                          <a:pt x="834727" y="240202"/>
                        </a:moveTo>
                        <a:lnTo>
                          <a:pt x="417032" y="480404"/>
                        </a:lnTo>
                        <a:lnTo>
                          <a:pt x="0" y="240202"/>
                        </a:lnTo>
                        <a:lnTo>
                          <a:pt x="417032" y="0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60" name="Graphic 5">
                  <a:extLst>
                    <a:ext uri="{FF2B5EF4-FFF2-40B4-BE49-F238E27FC236}">
                      <a16:creationId xmlns:a16="http://schemas.microsoft.com/office/drawing/2014/main" id="{9DCC5B27-289D-28AD-51EF-A6141E7E5858}"/>
                    </a:ext>
                  </a:extLst>
                </p:cNvPr>
                <p:cNvGrpSpPr/>
                <p:nvPr/>
              </p:nvGrpSpPr>
              <p:grpSpPr>
                <a:xfrm>
                  <a:off x="8650093" y="891095"/>
                  <a:ext cx="834726" cy="954173"/>
                  <a:chOff x="8650093" y="891095"/>
                  <a:chExt cx="834726" cy="954173"/>
                </a:xfrm>
                <a:noFill/>
              </p:grpSpPr>
              <p:sp>
                <p:nvSpPr>
                  <p:cNvPr id="65" name="Freeform 130">
                    <a:extLst>
                      <a:ext uri="{FF2B5EF4-FFF2-40B4-BE49-F238E27FC236}">
                        <a16:creationId xmlns:a16="http://schemas.microsoft.com/office/drawing/2014/main" id="{DD4540E7-8F60-C0C9-DB01-EB464F6B33B1}"/>
                      </a:ext>
                    </a:extLst>
                  </p:cNvPr>
                  <p:cNvSpPr/>
                  <p:nvPr/>
                </p:nvSpPr>
                <p:spPr>
                  <a:xfrm>
                    <a:off x="8650093" y="1131297"/>
                    <a:ext cx="417695" cy="713970"/>
                  </a:xfrm>
                  <a:custGeom>
                    <a:avLst/>
                    <a:gdLst>
                      <a:gd name="connsiteX0" fmla="*/ 417696 w 417695"/>
                      <a:gd name="connsiteY0" fmla="*/ 713971 h 713970"/>
                      <a:gd name="connsiteX1" fmla="*/ 0 w 417695"/>
                      <a:gd name="connsiteY1" fmla="*/ 473769 h 713970"/>
                      <a:gd name="connsiteX2" fmla="*/ 0 w 417695"/>
                      <a:gd name="connsiteY2" fmla="*/ 0 h 713970"/>
                      <a:gd name="connsiteX3" fmla="*/ 417696 w 417695"/>
                      <a:gd name="connsiteY3" fmla="*/ 240866 h 7139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695" h="713970">
                        <a:moveTo>
                          <a:pt x="417696" y="713971"/>
                        </a:moveTo>
                        <a:lnTo>
                          <a:pt x="0" y="473769"/>
                        </a:lnTo>
                        <a:lnTo>
                          <a:pt x="0" y="0"/>
                        </a:lnTo>
                        <a:lnTo>
                          <a:pt x="417696" y="240866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66" name="Freeform 131">
                    <a:extLst>
                      <a:ext uri="{FF2B5EF4-FFF2-40B4-BE49-F238E27FC236}">
                        <a16:creationId xmlns:a16="http://schemas.microsoft.com/office/drawing/2014/main" id="{EDEF984F-AC83-CB80-5DD4-70ABA95463A1}"/>
                      </a:ext>
                    </a:extLst>
                  </p:cNvPr>
                  <p:cNvSpPr/>
                  <p:nvPr/>
                </p:nvSpPr>
                <p:spPr>
                  <a:xfrm>
                    <a:off x="9067788" y="1131297"/>
                    <a:ext cx="417031" cy="713970"/>
                  </a:xfrm>
                  <a:custGeom>
                    <a:avLst/>
                    <a:gdLst>
                      <a:gd name="connsiteX0" fmla="*/ 0 w 417031"/>
                      <a:gd name="connsiteY0" fmla="*/ 713971 h 713970"/>
                      <a:gd name="connsiteX1" fmla="*/ 417031 w 417031"/>
                      <a:gd name="connsiteY1" fmla="*/ 473769 h 713970"/>
                      <a:gd name="connsiteX2" fmla="*/ 417031 w 417031"/>
                      <a:gd name="connsiteY2" fmla="*/ 0 h 713970"/>
                      <a:gd name="connsiteX3" fmla="*/ 0 w 417031"/>
                      <a:gd name="connsiteY3" fmla="*/ 240866 h 7139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031" h="713970">
                        <a:moveTo>
                          <a:pt x="0" y="713971"/>
                        </a:moveTo>
                        <a:lnTo>
                          <a:pt x="417031" y="473769"/>
                        </a:lnTo>
                        <a:lnTo>
                          <a:pt x="417031" y="0"/>
                        </a:lnTo>
                        <a:lnTo>
                          <a:pt x="0" y="240866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67" name="Freeform 132">
                    <a:extLst>
                      <a:ext uri="{FF2B5EF4-FFF2-40B4-BE49-F238E27FC236}">
                        <a16:creationId xmlns:a16="http://schemas.microsoft.com/office/drawing/2014/main" id="{5CDAA46E-6CCC-8D43-8BE3-30FA74C750A4}"/>
                      </a:ext>
                    </a:extLst>
                  </p:cNvPr>
                  <p:cNvSpPr/>
                  <p:nvPr/>
                </p:nvSpPr>
                <p:spPr>
                  <a:xfrm>
                    <a:off x="8650093" y="891095"/>
                    <a:ext cx="834726" cy="480404"/>
                  </a:xfrm>
                  <a:custGeom>
                    <a:avLst/>
                    <a:gdLst>
                      <a:gd name="connsiteX0" fmla="*/ 834727 w 834726"/>
                      <a:gd name="connsiteY0" fmla="*/ 240202 h 480404"/>
                      <a:gd name="connsiteX1" fmla="*/ 417696 w 834726"/>
                      <a:gd name="connsiteY1" fmla="*/ 480404 h 480404"/>
                      <a:gd name="connsiteX2" fmla="*/ 0 w 834726"/>
                      <a:gd name="connsiteY2" fmla="*/ 240202 h 480404"/>
                      <a:gd name="connsiteX3" fmla="*/ 417696 w 834726"/>
                      <a:gd name="connsiteY3" fmla="*/ 0 h 4804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34726" h="480404">
                        <a:moveTo>
                          <a:pt x="834727" y="240202"/>
                        </a:moveTo>
                        <a:lnTo>
                          <a:pt x="417696" y="480404"/>
                        </a:lnTo>
                        <a:lnTo>
                          <a:pt x="0" y="240202"/>
                        </a:lnTo>
                        <a:lnTo>
                          <a:pt x="417696" y="0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61" name="Graphic 5">
                  <a:extLst>
                    <a:ext uri="{FF2B5EF4-FFF2-40B4-BE49-F238E27FC236}">
                      <a16:creationId xmlns:a16="http://schemas.microsoft.com/office/drawing/2014/main" id="{0315FACF-F9B4-A0F1-F5B7-3D07B3976E04}"/>
                    </a:ext>
                  </a:extLst>
                </p:cNvPr>
                <p:cNvGrpSpPr/>
                <p:nvPr/>
              </p:nvGrpSpPr>
              <p:grpSpPr>
                <a:xfrm>
                  <a:off x="6509819" y="-322522"/>
                  <a:ext cx="834726" cy="954836"/>
                  <a:chOff x="6509819" y="-322522"/>
                  <a:chExt cx="834726" cy="954836"/>
                </a:xfrm>
                <a:noFill/>
              </p:grpSpPr>
              <p:sp>
                <p:nvSpPr>
                  <p:cNvPr id="62" name="Freeform 134">
                    <a:extLst>
                      <a:ext uri="{FF2B5EF4-FFF2-40B4-BE49-F238E27FC236}">
                        <a16:creationId xmlns:a16="http://schemas.microsoft.com/office/drawing/2014/main" id="{6E307B82-FF6C-618D-AD0A-221A35ACA9E8}"/>
                      </a:ext>
                    </a:extLst>
                  </p:cNvPr>
                  <p:cNvSpPr/>
                  <p:nvPr/>
                </p:nvSpPr>
                <p:spPr>
                  <a:xfrm>
                    <a:off x="6509819" y="-81657"/>
                    <a:ext cx="417695" cy="713971"/>
                  </a:xfrm>
                  <a:custGeom>
                    <a:avLst/>
                    <a:gdLst>
                      <a:gd name="connsiteX0" fmla="*/ 417695 w 417695"/>
                      <a:gd name="connsiteY0" fmla="*/ 713971 h 713971"/>
                      <a:gd name="connsiteX1" fmla="*/ 0 w 417695"/>
                      <a:gd name="connsiteY1" fmla="*/ 473105 h 713971"/>
                      <a:gd name="connsiteX2" fmla="*/ 0 w 417695"/>
                      <a:gd name="connsiteY2" fmla="*/ 0 h 713971"/>
                      <a:gd name="connsiteX3" fmla="*/ 417695 w 417695"/>
                      <a:gd name="connsiteY3" fmla="*/ 240202 h 713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695" h="713971">
                        <a:moveTo>
                          <a:pt x="417695" y="713971"/>
                        </a:moveTo>
                        <a:lnTo>
                          <a:pt x="0" y="473105"/>
                        </a:lnTo>
                        <a:lnTo>
                          <a:pt x="0" y="0"/>
                        </a:lnTo>
                        <a:lnTo>
                          <a:pt x="417695" y="240202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63" name="Freeform 135">
                    <a:extLst>
                      <a:ext uri="{FF2B5EF4-FFF2-40B4-BE49-F238E27FC236}">
                        <a16:creationId xmlns:a16="http://schemas.microsoft.com/office/drawing/2014/main" id="{AE10BCC5-0CA3-363A-6450-3541A946C810}"/>
                      </a:ext>
                    </a:extLst>
                  </p:cNvPr>
                  <p:cNvSpPr/>
                  <p:nvPr/>
                </p:nvSpPr>
                <p:spPr>
                  <a:xfrm>
                    <a:off x="6927514" y="-81657"/>
                    <a:ext cx="417031" cy="713971"/>
                  </a:xfrm>
                  <a:custGeom>
                    <a:avLst/>
                    <a:gdLst>
                      <a:gd name="connsiteX0" fmla="*/ 0 w 417031"/>
                      <a:gd name="connsiteY0" fmla="*/ 713971 h 713971"/>
                      <a:gd name="connsiteX1" fmla="*/ 417031 w 417031"/>
                      <a:gd name="connsiteY1" fmla="*/ 473105 h 713971"/>
                      <a:gd name="connsiteX2" fmla="*/ 417031 w 417031"/>
                      <a:gd name="connsiteY2" fmla="*/ 0 h 713971"/>
                      <a:gd name="connsiteX3" fmla="*/ 0 w 417031"/>
                      <a:gd name="connsiteY3" fmla="*/ 240202 h 713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17031" h="713971">
                        <a:moveTo>
                          <a:pt x="0" y="713971"/>
                        </a:moveTo>
                        <a:lnTo>
                          <a:pt x="417031" y="473105"/>
                        </a:lnTo>
                        <a:lnTo>
                          <a:pt x="417031" y="0"/>
                        </a:lnTo>
                        <a:lnTo>
                          <a:pt x="0" y="240202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64" name="Freeform 136">
                    <a:extLst>
                      <a:ext uri="{FF2B5EF4-FFF2-40B4-BE49-F238E27FC236}">
                        <a16:creationId xmlns:a16="http://schemas.microsoft.com/office/drawing/2014/main" id="{CEE05EE8-7463-3F6A-D5BE-A5CF84773CC6}"/>
                      </a:ext>
                    </a:extLst>
                  </p:cNvPr>
                  <p:cNvSpPr/>
                  <p:nvPr/>
                </p:nvSpPr>
                <p:spPr>
                  <a:xfrm>
                    <a:off x="6509819" y="-322522"/>
                    <a:ext cx="834726" cy="481067"/>
                  </a:xfrm>
                  <a:custGeom>
                    <a:avLst/>
                    <a:gdLst>
                      <a:gd name="connsiteX0" fmla="*/ 834727 w 834726"/>
                      <a:gd name="connsiteY0" fmla="*/ 240866 h 481067"/>
                      <a:gd name="connsiteX1" fmla="*/ 417695 w 834726"/>
                      <a:gd name="connsiteY1" fmla="*/ 481068 h 481067"/>
                      <a:gd name="connsiteX2" fmla="*/ 0 w 834726"/>
                      <a:gd name="connsiteY2" fmla="*/ 240866 h 481067"/>
                      <a:gd name="connsiteX3" fmla="*/ 417695 w 834726"/>
                      <a:gd name="connsiteY3" fmla="*/ 0 h 48106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34726" h="481067">
                        <a:moveTo>
                          <a:pt x="834727" y="240866"/>
                        </a:moveTo>
                        <a:lnTo>
                          <a:pt x="417695" y="481068"/>
                        </a:lnTo>
                        <a:lnTo>
                          <a:pt x="0" y="240866"/>
                        </a:lnTo>
                        <a:lnTo>
                          <a:pt x="417695" y="0"/>
                        </a:lnTo>
                        <a:close/>
                      </a:path>
                    </a:pathLst>
                  </a:custGeom>
                  <a:noFill/>
                  <a:ln w="3317" cap="rnd">
                    <a:solidFill>
                      <a:schemeClr val="bg2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</p:grpSp>
          <p:grpSp>
            <p:nvGrpSpPr>
              <p:cNvPr id="17" name="Graphic 5">
                <a:extLst>
                  <a:ext uri="{FF2B5EF4-FFF2-40B4-BE49-F238E27FC236}">
                    <a16:creationId xmlns:a16="http://schemas.microsoft.com/office/drawing/2014/main" id="{2D0DE902-D69E-5793-D0B0-4EF9ACA473AD}"/>
                  </a:ext>
                </a:extLst>
              </p:cNvPr>
              <p:cNvGrpSpPr/>
              <p:nvPr/>
            </p:nvGrpSpPr>
            <p:grpSpPr>
              <a:xfrm>
                <a:off x="8033842" y="1447806"/>
                <a:ext cx="843359" cy="494338"/>
                <a:chOff x="8033842" y="1447806"/>
                <a:chExt cx="843359" cy="494338"/>
              </a:xfrm>
              <a:solidFill>
                <a:srgbClr val="CAC7D8"/>
              </a:solidFill>
            </p:grpSpPr>
            <p:sp>
              <p:nvSpPr>
                <p:cNvPr id="51" name="Freeform 138">
                  <a:extLst>
                    <a:ext uri="{FF2B5EF4-FFF2-40B4-BE49-F238E27FC236}">
                      <a16:creationId xmlns:a16="http://schemas.microsoft.com/office/drawing/2014/main" id="{29608BE3-ADB5-8B86-DEC7-30EE1245FCF7}"/>
                    </a:ext>
                  </a:extLst>
                </p:cNvPr>
                <p:cNvSpPr/>
                <p:nvPr/>
              </p:nvSpPr>
              <p:spPr>
                <a:xfrm>
                  <a:off x="8033842" y="1466385"/>
                  <a:ext cx="824765" cy="475759"/>
                </a:xfrm>
                <a:custGeom>
                  <a:avLst/>
                  <a:gdLst>
                    <a:gd name="connsiteX0" fmla="*/ 0 w 824765"/>
                    <a:gd name="connsiteY0" fmla="*/ 475759 h 475759"/>
                    <a:gd name="connsiteX1" fmla="*/ 824766 w 824765"/>
                    <a:gd name="connsiteY1" fmla="*/ 0 h 475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4765" h="475759">
                      <a:moveTo>
                        <a:pt x="0" y="475759"/>
                      </a:moveTo>
                      <a:lnTo>
                        <a:pt x="824766" y="0"/>
                      </a:lnTo>
                    </a:path>
                  </a:pathLst>
                </a:custGeom>
                <a:ln w="1659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52" name="Freeform 139">
                  <a:extLst>
                    <a:ext uri="{FF2B5EF4-FFF2-40B4-BE49-F238E27FC236}">
                      <a16:creationId xmlns:a16="http://schemas.microsoft.com/office/drawing/2014/main" id="{A7FCDB93-8F20-3F7B-1430-074C5A2AE47D}"/>
                    </a:ext>
                  </a:extLst>
                </p:cNvPr>
                <p:cNvSpPr/>
                <p:nvPr/>
              </p:nvSpPr>
              <p:spPr>
                <a:xfrm>
                  <a:off x="8840015" y="1447806"/>
                  <a:ext cx="37187" cy="37158"/>
                </a:xfrm>
                <a:custGeom>
                  <a:avLst/>
                  <a:gdLst>
                    <a:gd name="connsiteX0" fmla="*/ 37188 w 37187"/>
                    <a:gd name="connsiteY0" fmla="*/ 18579 h 37158"/>
                    <a:gd name="connsiteX1" fmla="*/ 18594 w 37187"/>
                    <a:gd name="connsiteY1" fmla="*/ 37158 h 37158"/>
                    <a:gd name="connsiteX2" fmla="*/ 0 w 37187"/>
                    <a:gd name="connsiteY2" fmla="*/ 18579 h 37158"/>
                    <a:gd name="connsiteX3" fmla="*/ 18594 w 37187"/>
                    <a:gd name="connsiteY3" fmla="*/ 0 h 37158"/>
                    <a:gd name="connsiteX4" fmla="*/ 37188 w 37187"/>
                    <a:gd name="connsiteY4" fmla="*/ 18579 h 37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87" h="37158">
                      <a:moveTo>
                        <a:pt x="37188" y="18579"/>
                      </a:moveTo>
                      <a:cubicBezTo>
                        <a:pt x="37188" y="28840"/>
                        <a:pt x="28863" y="37158"/>
                        <a:pt x="18594" y="37158"/>
                      </a:cubicBezTo>
                      <a:cubicBezTo>
                        <a:pt x="8325" y="37158"/>
                        <a:pt x="0" y="28840"/>
                        <a:pt x="0" y="18579"/>
                      </a:cubicBezTo>
                      <a:cubicBezTo>
                        <a:pt x="0" y="8318"/>
                        <a:pt x="8325" y="0"/>
                        <a:pt x="18594" y="0"/>
                      </a:cubicBezTo>
                      <a:cubicBezTo>
                        <a:pt x="28863" y="0"/>
                        <a:pt x="37188" y="8318"/>
                        <a:pt x="37188" y="18579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6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18" name="Graphic 5">
                <a:extLst>
                  <a:ext uri="{FF2B5EF4-FFF2-40B4-BE49-F238E27FC236}">
                    <a16:creationId xmlns:a16="http://schemas.microsoft.com/office/drawing/2014/main" id="{373C4310-C6FF-6307-8D17-3C898157F794}"/>
                  </a:ext>
                </a:extLst>
              </p:cNvPr>
              <p:cNvGrpSpPr/>
              <p:nvPr/>
            </p:nvGrpSpPr>
            <p:grpSpPr>
              <a:xfrm>
                <a:off x="6626030" y="2285859"/>
                <a:ext cx="806172" cy="469124"/>
                <a:chOff x="6626030" y="2285859"/>
                <a:chExt cx="806172" cy="469124"/>
              </a:xfrm>
              <a:solidFill>
                <a:srgbClr val="CAC7D8"/>
              </a:solidFill>
            </p:grpSpPr>
            <p:sp>
              <p:nvSpPr>
                <p:cNvPr id="49" name="Freeform 141">
                  <a:extLst>
                    <a:ext uri="{FF2B5EF4-FFF2-40B4-BE49-F238E27FC236}">
                      <a16:creationId xmlns:a16="http://schemas.microsoft.com/office/drawing/2014/main" id="{5FA5A401-3CD4-00E4-E1A3-6F9D2410E5EA}"/>
                    </a:ext>
                  </a:extLst>
                </p:cNvPr>
                <p:cNvSpPr/>
                <p:nvPr/>
              </p:nvSpPr>
              <p:spPr>
                <a:xfrm>
                  <a:off x="7395014" y="2285859"/>
                  <a:ext cx="37187" cy="37158"/>
                </a:xfrm>
                <a:custGeom>
                  <a:avLst/>
                  <a:gdLst>
                    <a:gd name="connsiteX0" fmla="*/ 37187 w 37187"/>
                    <a:gd name="connsiteY0" fmla="*/ 18579 h 37158"/>
                    <a:gd name="connsiteX1" fmla="*/ 18594 w 37187"/>
                    <a:gd name="connsiteY1" fmla="*/ 37158 h 37158"/>
                    <a:gd name="connsiteX2" fmla="*/ 0 w 37187"/>
                    <a:gd name="connsiteY2" fmla="*/ 18579 h 37158"/>
                    <a:gd name="connsiteX3" fmla="*/ 18594 w 37187"/>
                    <a:gd name="connsiteY3" fmla="*/ 0 h 37158"/>
                    <a:gd name="connsiteX4" fmla="*/ 37187 w 37187"/>
                    <a:gd name="connsiteY4" fmla="*/ 18579 h 37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87" h="37158">
                      <a:moveTo>
                        <a:pt x="37187" y="18579"/>
                      </a:moveTo>
                      <a:cubicBezTo>
                        <a:pt x="37187" y="28840"/>
                        <a:pt x="28863" y="37158"/>
                        <a:pt x="18594" y="37158"/>
                      </a:cubicBezTo>
                      <a:cubicBezTo>
                        <a:pt x="8325" y="37158"/>
                        <a:pt x="0" y="28840"/>
                        <a:pt x="0" y="18579"/>
                      </a:cubicBezTo>
                      <a:cubicBezTo>
                        <a:pt x="0" y="8318"/>
                        <a:pt x="8325" y="0"/>
                        <a:pt x="18594" y="0"/>
                      </a:cubicBezTo>
                      <a:cubicBezTo>
                        <a:pt x="28863" y="0"/>
                        <a:pt x="37187" y="8318"/>
                        <a:pt x="37187" y="18579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6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50" name="Freeform 142">
                  <a:extLst>
                    <a:ext uri="{FF2B5EF4-FFF2-40B4-BE49-F238E27FC236}">
                      <a16:creationId xmlns:a16="http://schemas.microsoft.com/office/drawing/2014/main" id="{2AB2142F-0B45-A6F8-37C6-554A48FB7E61}"/>
                    </a:ext>
                  </a:extLst>
                </p:cNvPr>
                <p:cNvSpPr/>
                <p:nvPr/>
              </p:nvSpPr>
              <p:spPr>
                <a:xfrm>
                  <a:off x="6626030" y="2299794"/>
                  <a:ext cx="787578" cy="455189"/>
                </a:xfrm>
                <a:custGeom>
                  <a:avLst/>
                  <a:gdLst>
                    <a:gd name="connsiteX0" fmla="*/ 0 w 787578"/>
                    <a:gd name="connsiteY0" fmla="*/ 455190 h 455189"/>
                    <a:gd name="connsiteX1" fmla="*/ 787578 w 787578"/>
                    <a:gd name="connsiteY1" fmla="*/ 0 h 4551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87578" h="455189">
                      <a:moveTo>
                        <a:pt x="0" y="455190"/>
                      </a:moveTo>
                      <a:lnTo>
                        <a:pt x="787578" y="0"/>
                      </a:lnTo>
                    </a:path>
                  </a:pathLst>
                </a:custGeom>
                <a:ln w="1659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19" name="Graphic 5">
                <a:extLst>
                  <a:ext uri="{FF2B5EF4-FFF2-40B4-BE49-F238E27FC236}">
                    <a16:creationId xmlns:a16="http://schemas.microsoft.com/office/drawing/2014/main" id="{25651EC0-1A5D-1D85-AB1F-9E9378C0EA9D}"/>
                  </a:ext>
                </a:extLst>
              </p:cNvPr>
              <p:cNvGrpSpPr/>
              <p:nvPr/>
            </p:nvGrpSpPr>
            <p:grpSpPr>
              <a:xfrm>
                <a:off x="6950092" y="851946"/>
                <a:ext cx="843359" cy="495002"/>
                <a:chOff x="6950092" y="851946"/>
                <a:chExt cx="843359" cy="495002"/>
              </a:xfrm>
              <a:solidFill>
                <a:srgbClr val="CAC7D8"/>
              </a:solidFill>
            </p:grpSpPr>
            <p:sp>
              <p:nvSpPr>
                <p:cNvPr id="47" name="Freeform 144">
                  <a:extLst>
                    <a:ext uri="{FF2B5EF4-FFF2-40B4-BE49-F238E27FC236}">
                      <a16:creationId xmlns:a16="http://schemas.microsoft.com/office/drawing/2014/main" id="{4E67AC3E-9C3C-1082-3885-7209D56DFD47}"/>
                    </a:ext>
                  </a:extLst>
                </p:cNvPr>
                <p:cNvSpPr/>
                <p:nvPr/>
              </p:nvSpPr>
              <p:spPr>
                <a:xfrm>
                  <a:off x="6950092" y="870525"/>
                  <a:ext cx="824765" cy="476423"/>
                </a:xfrm>
                <a:custGeom>
                  <a:avLst/>
                  <a:gdLst>
                    <a:gd name="connsiteX0" fmla="*/ 0 w 824765"/>
                    <a:gd name="connsiteY0" fmla="*/ 476423 h 476423"/>
                    <a:gd name="connsiteX1" fmla="*/ 824766 w 824765"/>
                    <a:gd name="connsiteY1" fmla="*/ 0 h 476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4765" h="476423">
                      <a:moveTo>
                        <a:pt x="0" y="476423"/>
                      </a:moveTo>
                      <a:lnTo>
                        <a:pt x="824766" y="0"/>
                      </a:lnTo>
                    </a:path>
                  </a:pathLst>
                </a:custGeom>
                <a:ln w="1659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48" name="Freeform 145">
                  <a:extLst>
                    <a:ext uri="{FF2B5EF4-FFF2-40B4-BE49-F238E27FC236}">
                      <a16:creationId xmlns:a16="http://schemas.microsoft.com/office/drawing/2014/main" id="{B27698FD-1888-B8BF-6176-E5772CC3AB86}"/>
                    </a:ext>
                  </a:extLst>
                </p:cNvPr>
                <p:cNvSpPr/>
                <p:nvPr/>
              </p:nvSpPr>
              <p:spPr>
                <a:xfrm>
                  <a:off x="7756264" y="851946"/>
                  <a:ext cx="37187" cy="37158"/>
                </a:xfrm>
                <a:custGeom>
                  <a:avLst/>
                  <a:gdLst>
                    <a:gd name="connsiteX0" fmla="*/ 37188 w 37187"/>
                    <a:gd name="connsiteY0" fmla="*/ 18579 h 37158"/>
                    <a:gd name="connsiteX1" fmla="*/ 18594 w 37187"/>
                    <a:gd name="connsiteY1" fmla="*/ 37158 h 37158"/>
                    <a:gd name="connsiteX2" fmla="*/ 0 w 37187"/>
                    <a:gd name="connsiteY2" fmla="*/ 18579 h 37158"/>
                    <a:gd name="connsiteX3" fmla="*/ 18594 w 37187"/>
                    <a:gd name="connsiteY3" fmla="*/ 0 h 37158"/>
                    <a:gd name="connsiteX4" fmla="*/ 37188 w 37187"/>
                    <a:gd name="connsiteY4" fmla="*/ 18579 h 37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87" h="37158">
                      <a:moveTo>
                        <a:pt x="37188" y="18579"/>
                      </a:moveTo>
                      <a:cubicBezTo>
                        <a:pt x="37188" y="28840"/>
                        <a:pt x="28863" y="37158"/>
                        <a:pt x="18594" y="37158"/>
                      </a:cubicBezTo>
                      <a:cubicBezTo>
                        <a:pt x="8325" y="37158"/>
                        <a:pt x="0" y="28840"/>
                        <a:pt x="0" y="18579"/>
                      </a:cubicBezTo>
                      <a:cubicBezTo>
                        <a:pt x="0" y="8318"/>
                        <a:pt x="8325" y="0"/>
                        <a:pt x="18594" y="0"/>
                      </a:cubicBezTo>
                      <a:cubicBezTo>
                        <a:pt x="28863" y="0"/>
                        <a:pt x="37188" y="8318"/>
                        <a:pt x="37188" y="18579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6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0" name="Graphic 5">
                <a:extLst>
                  <a:ext uri="{FF2B5EF4-FFF2-40B4-BE49-F238E27FC236}">
                    <a16:creationId xmlns:a16="http://schemas.microsoft.com/office/drawing/2014/main" id="{AB725179-3BC8-F891-ACA8-EFB2886DA72B}"/>
                  </a:ext>
                </a:extLst>
              </p:cNvPr>
              <p:cNvGrpSpPr/>
              <p:nvPr/>
            </p:nvGrpSpPr>
            <p:grpSpPr>
              <a:xfrm>
                <a:off x="5542279" y="1689999"/>
                <a:ext cx="806172" cy="469124"/>
                <a:chOff x="5542279" y="1689999"/>
                <a:chExt cx="806172" cy="469124"/>
              </a:xfrm>
              <a:solidFill>
                <a:srgbClr val="CAC7D8"/>
              </a:solidFill>
            </p:grpSpPr>
            <p:sp>
              <p:nvSpPr>
                <p:cNvPr id="45" name="Freeform 147">
                  <a:extLst>
                    <a:ext uri="{FF2B5EF4-FFF2-40B4-BE49-F238E27FC236}">
                      <a16:creationId xmlns:a16="http://schemas.microsoft.com/office/drawing/2014/main" id="{27058CCD-A4A2-E7EE-5BD4-2E64FD5A987B}"/>
                    </a:ext>
                  </a:extLst>
                </p:cNvPr>
                <p:cNvSpPr/>
                <p:nvPr/>
              </p:nvSpPr>
              <p:spPr>
                <a:xfrm>
                  <a:off x="6311264" y="1689999"/>
                  <a:ext cx="37187" cy="37158"/>
                </a:xfrm>
                <a:custGeom>
                  <a:avLst/>
                  <a:gdLst>
                    <a:gd name="connsiteX0" fmla="*/ 37187 w 37187"/>
                    <a:gd name="connsiteY0" fmla="*/ 18579 h 37158"/>
                    <a:gd name="connsiteX1" fmla="*/ 18594 w 37187"/>
                    <a:gd name="connsiteY1" fmla="*/ 37158 h 37158"/>
                    <a:gd name="connsiteX2" fmla="*/ 0 w 37187"/>
                    <a:gd name="connsiteY2" fmla="*/ 18579 h 37158"/>
                    <a:gd name="connsiteX3" fmla="*/ 18594 w 37187"/>
                    <a:gd name="connsiteY3" fmla="*/ 0 h 37158"/>
                    <a:gd name="connsiteX4" fmla="*/ 37187 w 37187"/>
                    <a:gd name="connsiteY4" fmla="*/ 18579 h 37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87" h="37158">
                      <a:moveTo>
                        <a:pt x="37187" y="18579"/>
                      </a:moveTo>
                      <a:cubicBezTo>
                        <a:pt x="37187" y="28840"/>
                        <a:pt x="28863" y="37158"/>
                        <a:pt x="18594" y="37158"/>
                      </a:cubicBezTo>
                      <a:cubicBezTo>
                        <a:pt x="8325" y="37158"/>
                        <a:pt x="0" y="28840"/>
                        <a:pt x="0" y="18579"/>
                      </a:cubicBezTo>
                      <a:cubicBezTo>
                        <a:pt x="0" y="8318"/>
                        <a:pt x="8325" y="0"/>
                        <a:pt x="18594" y="0"/>
                      </a:cubicBezTo>
                      <a:cubicBezTo>
                        <a:pt x="28863" y="0"/>
                        <a:pt x="37187" y="8318"/>
                        <a:pt x="37187" y="18579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6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46" name="Freeform 148">
                  <a:extLst>
                    <a:ext uri="{FF2B5EF4-FFF2-40B4-BE49-F238E27FC236}">
                      <a16:creationId xmlns:a16="http://schemas.microsoft.com/office/drawing/2014/main" id="{AC7E10C9-DE70-288F-84E3-B6D5154536BB}"/>
                    </a:ext>
                  </a:extLst>
                </p:cNvPr>
                <p:cNvSpPr/>
                <p:nvPr/>
              </p:nvSpPr>
              <p:spPr>
                <a:xfrm>
                  <a:off x="5542279" y="1704597"/>
                  <a:ext cx="787578" cy="454526"/>
                </a:xfrm>
                <a:custGeom>
                  <a:avLst/>
                  <a:gdLst>
                    <a:gd name="connsiteX0" fmla="*/ 0 w 787578"/>
                    <a:gd name="connsiteY0" fmla="*/ 454526 h 454526"/>
                    <a:gd name="connsiteX1" fmla="*/ 787578 w 787578"/>
                    <a:gd name="connsiteY1" fmla="*/ 0 h 454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87578" h="454526">
                      <a:moveTo>
                        <a:pt x="0" y="454526"/>
                      </a:moveTo>
                      <a:lnTo>
                        <a:pt x="787578" y="0"/>
                      </a:lnTo>
                    </a:path>
                  </a:pathLst>
                </a:custGeom>
                <a:ln w="1659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1" name="Graphic 5">
                <a:extLst>
                  <a:ext uri="{FF2B5EF4-FFF2-40B4-BE49-F238E27FC236}">
                    <a16:creationId xmlns:a16="http://schemas.microsoft.com/office/drawing/2014/main" id="{3F464EC8-BF3F-BB6C-A90D-661D55D62424}"/>
                  </a:ext>
                </a:extLst>
              </p:cNvPr>
              <p:cNvGrpSpPr/>
              <p:nvPr/>
            </p:nvGrpSpPr>
            <p:grpSpPr>
              <a:xfrm>
                <a:off x="4251342" y="1877118"/>
                <a:ext cx="843359" cy="494338"/>
                <a:chOff x="4251342" y="1877118"/>
                <a:chExt cx="843359" cy="494338"/>
              </a:xfrm>
              <a:solidFill>
                <a:srgbClr val="CAC7D8"/>
              </a:solidFill>
            </p:grpSpPr>
            <p:sp>
              <p:nvSpPr>
                <p:cNvPr id="43" name="Freeform 150">
                  <a:extLst>
                    <a:ext uri="{FF2B5EF4-FFF2-40B4-BE49-F238E27FC236}">
                      <a16:creationId xmlns:a16="http://schemas.microsoft.com/office/drawing/2014/main" id="{5FEA28DF-E3AD-8278-8412-B5D53417E548}"/>
                    </a:ext>
                  </a:extLst>
                </p:cNvPr>
                <p:cNvSpPr/>
                <p:nvPr/>
              </p:nvSpPr>
              <p:spPr>
                <a:xfrm>
                  <a:off x="4269935" y="1895697"/>
                  <a:ext cx="824765" cy="475759"/>
                </a:xfrm>
                <a:custGeom>
                  <a:avLst/>
                  <a:gdLst>
                    <a:gd name="connsiteX0" fmla="*/ 824766 w 824765"/>
                    <a:gd name="connsiteY0" fmla="*/ 475760 h 475759"/>
                    <a:gd name="connsiteX1" fmla="*/ 0 w 824765"/>
                    <a:gd name="connsiteY1" fmla="*/ 0 h 475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4765" h="475759">
                      <a:moveTo>
                        <a:pt x="824766" y="475760"/>
                      </a:moveTo>
                      <a:lnTo>
                        <a:pt x="0" y="0"/>
                      </a:lnTo>
                    </a:path>
                  </a:pathLst>
                </a:custGeom>
                <a:ln w="1659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44" name="Freeform 151">
                  <a:extLst>
                    <a:ext uri="{FF2B5EF4-FFF2-40B4-BE49-F238E27FC236}">
                      <a16:creationId xmlns:a16="http://schemas.microsoft.com/office/drawing/2014/main" id="{9DDD79D2-264A-38B2-1F56-1DD54D3EA0FD}"/>
                    </a:ext>
                  </a:extLst>
                </p:cNvPr>
                <p:cNvSpPr/>
                <p:nvPr/>
              </p:nvSpPr>
              <p:spPr>
                <a:xfrm>
                  <a:off x="4251342" y="1877118"/>
                  <a:ext cx="37187" cy="37158"/>
                </a:xfrm>
                <a:custGeom>
                  <a:avLst/>
                  <a:gdLst>
                    <a:gd name="connsiteX0" fmla="*/ 37187 w 37187"/>
                    <a:gd name="connsiteY0" fmla="*/ 18579 h 37158"/>
                    <a:gd name="connsiteX1" fmla="*/ 18594 w 37187"/>
                    <a:gd name="connsiteY1" fmla="*/ 37158 h 37158"/>
                    <a:gd name="connsiteX2" fmla="*/ 0 w 37187"/>
                    <a:gd name="connsiteY2" fmla="*/ 18579 h 37158"/>
                    <a:gd name="connsiteX3" fmla="*/ 18594 w 37187"/>
                    <a:gd name="connsiteY3" fmla="*/ 0 h 37158"/>
                    <a:gd name="connsiteX4" fmla="*/ 37187 w 37187"/>
                    <a:gd name="connsiteY4" fmla="*/ 18579 h 37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87" h="37158">
                      <a:moveTo>
                        <a:pt x="37187" y="18579"/>
                      </a:moveTo>
                      <a:cubicBezTo>
                        <a:pt x="37187" y="28840"/>
                        <a:pt x="28863" y="37158"/>
                        <a:pt x="18594" y="37158"/>
                      </a:cubicBezTo>
                      <a:cubicBezTo>
                        <a:pt x="8325" y="37158"/>
                        <a:pt x="0" y="28840"/>
                        <a:pt x="0" y="18579"/>
                      </a:cubicBezTo>
                      <a:cubicBezTo>
                        <a:pt x="0" y="8318"/>
                        <a:pt x="8325" y="0"/>
                        <a:pt x="18594" y="0"/>
                      </a:cubicBezTo>
                      <a:cubicBezTo>
                        <a:pt x="28863" y="0"/>
                        <a:pt x="37187" y="8318"/>
                        <a:pt x="37187" y="18579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6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2" name="Graphic 5">
                <a:extLst>
                  <a:ext uri="{FF2B5EF4-FFF2-40B4-BE49-F238E27FC236}">
                    <a16:creationId xmlns:a16="http://schemas.microsoft.com/office/drawing/2014/main" id="{09C31274-CE68-7713-58E3-A6C1617B3530}"/>
                  </a:ext>
                </a:extLst>
              </p:cNvPr>
              <p:cNvGrpSpPr/>
              <p:nvPr/>
            </p:nvGrpSpPr>
            <p:grpSpPr>
              <a:xfrm>
                <a:off x="5328451" y="2484258"/>
                <a:ext cx="806836" cy="468460"/>
                <a:chOff x="5328451" y="2484258"/>
                <a:chExt cx="806836" cy="468460"/>
              </a:xfrm>
              <a:solidFill>
                <a:srgbClr val="CAC7D8"/>
              </a:solidFill>
            </p:grpSpPr>
            <p:sp>
              <p:nvSpPr>
                <p:cNvPr id="41" name="Freeform 153">
                  <a:extLst>
                    <a:ext uri="{FF2B5EF4-FFF2-40B4-BE49-F238E27FC236}">
                      <a16:creationId xmlns:a16="http://schemas.microsoft.com/office/drawing/2014/main" id="{62365B7A-0B19-99EA-7EDE-C1A83A81053E}"/>
                    </a:ext>
                  </a:extLst>
                </p:cNvPr>
                <p:cNvSpPr/>
                <p:nvPr/>
              </p:nvSpPr>
              <p:spPr>
                <a:xfrm>
                  <a:off x="5328451" y="2484258"/>
                  <a:ext cx="37187" cy="37158"/>
                </a:xfrm>
                <a:custGeom>
                  <a:avLst/>
                  <a:gdLst>
                    <a:gd name="connsiteX0" fmla="*/ 37187 w 37187"/>
                    <a:gd name="connsiteY0" fmla="*/ 18579 h 37158"/>
                    <a:gd name="connsiteX1" fmla="*/ 18594 w 37187"/>
                    <a:gd name="connsiteY1" fmla="*/ 37158 h 37158"/>
                    <a:gd name="connsiteX2" fmla="*/ 0 w 37187"/>
                    <a:gd name="connsiteY2" fmla="*/ 18579 h 37158"/>
                    <a:gd name="connsiteX3" fmla="*/ 18594 w 37187"/>
                    <a:gd name="connsiteY3" fmla="*/ 0 h 37158"/>
                    <a:gd name="connsiteX4" fmla="*/ 37187 w 37187"/>
                    <a:gd name="connsiteY4" fmla="*/ 18579 h 37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87" h="37158">
                      <a:moveTo>
                        <a:pt x="37187" y="18579"/>
                      </a:moveTo>
                      <a:cubicBezTo>
                        <a:pt x="37187" y="28840"/>
                        <a:pt x="28863" y="37158"/>
                        <a:pt x="18594" y="37158"/>
                      </a:cubicBezTo>
                      <a:cubicBezTo>
                        <a:pt x="8325" y="37158"/>
                        <a:pt x="0" y="28840"/>
                        <a:pt x="0" y="18579"/>
                      </a:cubicBezTo>
                      <a:cubicBezTo>
                        <a:pt x="0" y="8318"/>
                        <a:pt x="8325" y="0"/>
                        <a:pt x="18594" y="0"/>
                      </a:cubicBezTo>
                      <a:cubicBezTo>
                        <a:pt x="28863" y="0"/>
                        <a:pt x="37187" y="8318"/>
                        <a:pt x="37187" y="18579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6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42" name="Freeform 154">
                  <a:extLst>
                    <a:ext uri="{FF2B5EF4-FFF2-40B4-BE49-F238E27FC236}">
                      <a16:creationId xmlns:a16="http://schemas.microsoft.com/office/drawing/2014/main" id="{EF9DD3B7-2759-5403-3AA9-B5941CF13328}"/>
                    </a:ext>
                  </a:extLst>
                </p:cNvPr>
                <p:cNvSpPr/>
                <p:nvPr/>
              </p:nvSpPr>
              <p:spPr>
                <a:xfrm>
                  <a:off x="5347045" y="2498193"/>
                  <a:ext cx="788242" cy="454526"/>
                </a:xfrm>
                <a:custGeom>
                  <a:avLst/>
                  <a:gdLst>
                    <a:gd name="connsiteX0" fmla="*/ 788242 w 788242"/>
                    <a:gd name="connsiteY0" fmla="*/ 454526 h 454526"/>
                    <a:gd name="connsiteX1" fmla="*/ 0 w 788242"/>
                    <a:gd name="connsiteY1" fmla="*/ 0 h 454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88242" h="454526">
                      <a:moveTo>
                        <a:pt x="788242" y="454526"/>
                      </a:moveTo>
                      <a:lnTo>
                        <a:pt x="0" y="0"/>
                      </a:lnTo>
                    </a:path>
                  </a:pathLst>
                </a:custGeom>
                <a:ln w="1659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3" name="Graphic 5">
                <a:extLst>
                  <a:ext uri="{FF2B5EF4-FFF2-40B4-BE49-F238E27FC236}">
                    <a16:creationId xmlns:a16="http://schemas.microsoft.com/office/drawing/2014/main" id="{48E419C6-53C4-B25A-6620-B78125514AFA}"/>
                  </a:ext>
                </a:extLst>
              </p:cNvPr>
              <p:cNvGrpSpPr/>
              <p:nvPr/>
            </p:nvGrpSpPr>
            <p:grpSpPr>
              <a:xfrm>
                <a:off x="5683061" y="1091484"/>
                <a:ext cx="844023" cy="494338"/>
                <a:chOff x="5683061" y="1091484"/>
                <a:chExt cx="844023" cy="494338"/>
              </a:xfrm>
              <a:solidFill>
                <a:srgbClr val="CAC7D8"/>
              </a:solidFill>
            </p:grpSpPr>
            <p:sp>
              <p:nvSpPr>
                <p:cNvPr id="39" name="Freeform 156">
                  <a:extLst>
                    <a:ext uri="{FF2B5EF4-FFF2-40B4-BE49-F238E27FC236}">
                      <a16:creationId xmlns:a16="http://schemas.microsoft.com/office/drawing/2014/main" id="{64D7DB66-E361-489C-76F7-942146D61F08}"/>
                    </a:ext>
                  </a:extLst>
                </p:cNvPr>
                <p:cNvSpPr/>
                <p:nvPr/>
              </p:nvSpPr>
              <p:spPr>
                <a:xfrm>
                  <a:off x="5701655" y="1110063"/>
                  <a:ext cx="825429" cy="475759"/>
                </a:xfrm>
                <a:custGeom>
                  <a:avLst/>
                  <a:gdLst>
                    <a:gd name="connsiteX0" fmla="*/ 825430 w 825429"/>
                    <a:gd name="connsiteY0" fmla="*/ 475759 h 475759"/>
                    <a:gd name="connsiteX1" fmla="*/ 0 w 825429"/>
                    <a:gd name="connsiteY1" fmla="*/ 0 h 4757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5429" h="475759">
                      <a:moveTo>
                        <a:pt x="825430" y="475759"/>
                      </a:moveTo>
                      <a:lnTo>
                        <a:pt x="0" y="0"/>
                      </a:lnTo>
                    </a:path>
                  </a:pathLst>
                </a:custGeom>
                <a:ln w="1659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40" name="Freeform 157">
                  <a:extLst>
                    <a:ext uri="{FF2B5EF4-FFF2-40B4-BE49-F238E27FC236}">
                      <a16:creationId xmlns:a16="http://schemas.microsoft.com/office/drawing/2014/main" id="{20368323-C3A7-DB53-F7BD-9EEB628C65C0}"/>
                    </a:ext>
                  </a:extLst>
                </p:cNvPr>
                <p:cNvSpPr/>
                <p:nvPr/>
              </p:nvSpPr>
              <p:spPr>
                <a:xfrm>
                  <a:off x="5683061" y="1091484"/>
                  <a:ext cx="37187" cy="37158"/>
                </a:xfrm>
                <a:custGeom>
                  <a:avLst/>
                  <a:gdLst>
                    <a:gd name="connsiteX0" fmla="*/ 37187 w 37187"/>
                    <a:gd name="connsiteY0" fmla="*/ 18579 h 37158"/>
                    <a:gd name="connsiteX1" fmla="*/ 18594 w 37187"/>
                    <a:gd name="connsiteY1" fmla="*/ 37158 h 37158"/>
                    <a:gd name="connsiteX2" fmla="*/ 0 w 37187"/>
                    <a:gd name="connsiteY2" fmla="*/ 18579 h 37158"/>
                    <a:gd name="connsiteX3" fmla="*/ 18594 w 37187"/>
                    <a:gd name="connsiteY3" fmla="*/ 0 h 37158"/>
                    <a:gd name="connsiteX4" fmla="*/ 37187 w 37187"/>
                    <a:gd name="connsiteY4" fmla="*/ 18579 h 37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87" h="37158">
                      <a:moveTo>
                        <a:pt x="37187" y="18579"/>
                      </a:moveTo>
                      <a:cubicBezTo>
                        <a:pt x="37187" y="28840"/>
                        <a:pt x="28863" y="37158"/>
                        <a:pt x="18594" y="37158"/>
                      </a:cubicBezTo>
                      <a:cubicBezTo>
                        <a:pt x="8325" y="37158"/>
                        <a:pt x="0" y="28840"/>
                        <a:pt x="0" y="18579"/>
                      </a:cubicBezTo>
                      <a:cubicBezTo>
                        <a:pt x="0" y="8318"/>
                        <a:pt x="8325" y="0"/>
                        <a:pt x="18594" y="0"/>
                      </a:cubicBezTo>
                      <a:cubicBezTo>
                        <a:pt x="28863" y="0"/>
                        <a:pt x="37187" y="8318"/>
                        <a:pt x="37187" y="18579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6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4" name="Graphic 5">
                <a:extLst>
                  <a:ext uri="{FF2B5EF4-FFF2-40B4-BE49-F238E27FC236}">
                    <a16:creationId xmlns:a16="http://schemas.microsoft.com/office/drawing/2014/main" id="{7AB8AF76-E5F5-2184-9F03-06B2D4B8DF3B}"/>
                  </a:ext>
                </a:extLst>
              </p:cNvPr>
              <p:cNvGrpSpPr/>
              <p:nvPr/>
            </p:nvGrpSpPr>
            <p:grpSpPr>
              <a:xfrm>
                <a:off x="6762163" y="1695307"/>
                <a:ext cx="445586" cy="255463"/>
                <a:chOff x="6762163" y="1695307"/>
                <a:chExt cx="445586" cy="255463"/>
              </a:xfrm>
              <a:solidFill>
                <a:srgbClr val="CAC7D8"/>
              </a:solidFill>
            </p:grpSpPr>
            <p:sp>
              <p:nvSpPr>
                <p:cNvPr id="37" name="Freeform 159">
                  <a:extLst>
                    <a:ext uri="{FF2B5EF4-FFF2-40B4-BE49-F238E27FC236}">
                      <a16:creationId xmlns:a16="http://schemas.microsoft.com/office/drawing/2014/main" id="{75A831E8-471B-FADF-7C52-0DED96F3CB45}"/>
                    </a:ext>
                  </a:extLst>
                </p:cNvPr>
                <p:cNvSpPr/>
                <p:nvPr/>
              </p:nvSpPr>
              <p:spPr>
                <a:xfrm>
                  <a:off x="6762163" y="1695307"/>
                  <a:ext cx="37187" cy="37158"/>
                </a:xfrm>
                <a:custGeom>
                  <a:avLst/>
                  <a:gdLst>
                    <a:gd name="connsiteX0" fmla="*/ 37187 w 37187"/>
                    <a:gd name="connsiteY0" fmla="*/ 18579 h 37158"/>
                    <a:gd name="connsiteX1" fmla="*/ 18594 w 37187"/>
                    <a:gd name="connsiteY1" fmla="*/ 37158 h 37158"/>
                    <a:gd name="connsiteX2" fmla="*/ 0 w 37187"/>
                    <a:gd name="connsiteY2" fmla="*/ 18579 h 37158"/>
                    <a:gd name="connsiteX3" fmla="*/ 18594 w 37187"/>
                    <a:gd name="connsiteY3" fmla="*/ 0 h 37158"/>
                    <a:gd name="connsiteX4" fmla="*/ 37187 w 37187"/>
                    <a:gd name="connsiteY4" fmla="*/ 18579 h 37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87" h="37158">
                      <a:moveTo>
                        <a:pt x="37187" y="18579"/>
                      </a:moveTo>
                      <a:cubicBezTo>
                        <a:pt x="37187" y="28840"/>
                        <a:pt x="28863" y="37158"/>
                        <a:pt x="18594" y="37158"/>
                      </a:cubicBezTo>
                      <a:cubicBezTo>
                        <a:pt x="8325" y="37158"/>
                        <a:pt x="0" y="28840"/>
                        <a:pt x="0" y="18579"/>
                      </a:cubicBezTo>
                      <a:cubicBezTo>
                        <a:pt x="0" y="8318"/>
                        <a:pt x="8325" y="0"/>
                        <a:pt x="18594" y="0"/>
                      </a:cubicBezTo>
                      <a:cubicBezTo>
                        <a:pt x="28863" y="0"/>
                        <a:pt x="37187" y="8318"/>
                        <a:pt x="37187" y="18579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6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38" name="Freeform 160">
                  <a:extLst>
                    <a:ext uri="{FF2B5EF4-FFF2-40B4-BE49-F238E27FC236}">
                      <a16:creationId xmlns:a16="http://schemas.microsoft.com/office/drawing/2014/main" id="{4CCDF15F-7C0A-18DC-CFAC-1D72FDBA4E20}"/>
                    </a:ext>
                  </a:extLst>
                </p:cNvPr>
                <p:cNvSpPr/>
                <p:nvPr/>
              </p:nvSpPr>
              <p:spPr>
                <a:xfrm>
                  <a:off x="6780756" y="1709242"/>
                  <a:ext cx="426992" cy="241529"/>
                </a:xfrm>
                <a:custGeom>
                  <a:avLst/>
                  <a:gdLst>
                    <a:gd name="connsiteX0" fmla="*/ 426992 w 426992"/>
                    <a:gd name="connsiteY0" fmla="*/ 241529 h 241529"/>
                    <a:gd name="connsiteX1" fmla="*/ 0 w 426992"/>
                    <a:gd name="connsiteY1" fmla="*/ 0 h 2415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26992" h="241529">
                      <a:moveTo>
                        <a:pt x="426992" y="241529"/>
                      </a:moveTo>
                      <a:lnTo>
                        <a:pt x="0" y="0"/>
                      </a:lnTo>
                    </a:path>
                  </a:pathLst>
                </a:custGeom>
                <a:ln w="1659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5" name="Graphic 5">
                <a:extLst>
                  <a:ext uri="{FF2B5EF4-FFF2-40B4-BE49-F238E27FC236}">
                    <a16:creationId xmlns:a16="http://schemas.microsoft.com/office/drawing/2014/main" id="{F864515E-B57E-4D58-CDA7-B58AF33557CE}"/>
                  </a:ext>
                </a:extLst>
              </p:cNvPr>
              <p:cNvGrpSpPr/>
              <p:nvPr/>
            </p:nvGrpSpPr>
            <p:grpSpPr>
              <a:xfrm>
                <a:off x="7132709" y="279309"/>
                <a:ext cx="844023" cy="495002"/>
                <a:chOff x="7132709" y="279309"/>
                <a:chExt cx="844023" cy="495002"/>
              </a:xfrm>
              <a:solidFill>
                <a:srgbClr val="CAC7D8"/>
              </a:solidFill>
            </p:grpSpPr>
            <p:sp>
              <p:nvSpPr>
                <p:cNvPr id="35" name="Freeform 162">
                  <a:extLst>
                    <a:ext uri="{FF2B5EF4-FFF2-40B4-BE49-F238E27FC236}">
                      <a16:creationId xmlns:a16="http://schemas.microsoft.com/office/drawing/2014/main" id="{06AE364E-3DE8-AD76-7297-B2A05775950B}"/>
                    </a:ext>
                  </a:extLst>
                </p:cNvPr>
                <p:cNvSpPr/>
                <p:nvPr/>
              </p:nvSpPr>
              <p:spPr>
                <a:xfrm>
                  <a:off x="7151303" y="297888"/>
                  <a:ext cx="825429" cy="476423"/>
                </a:xfrm>
                <a:custGeom>
                  <a:avLst/>
                  <a:gdLst>
                    <a:gd name="connsiteX0" fmla="*/ 825430 w 825429"/>
                    <a:gd name="connsiteY0" fmla="*/ 476423 h 476423"/>
                    <a:gd name="connsiteX1" fmla="*/ 0 w 825429"/>
                    <a:gd name="connsiteY1" fmla="*/ 0 h 476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5429" h="476423">
                      <a:moveTo>
                        <a:pt x="825430" y="476423"/>
                      </a:moveTo>
                      <a:lnTo>
                        <a:pt x="0" y="0"/>
                      </a:lnTo>
                    </a:path>
                  </a:pathLst>
                </a:custGeom>
                <a:ln w="1659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36" name="Freeform 163">
                  <a:extLst>
                    <a:ext uri="{FF2B5EF4-FFF2-40B4-BE49-F238E27FC236}">
                      <a16:creationId xmlns:a16="http://schemas.microsoft.com/office/drawing/2014/main" id="{32CCE6BE-6CBE-8311-B75C-92F111F3D198}"/>
                    </a:ext>
                  </a:extLst>
                </p:cNvPr>
                <p:cNvSpPr/>
                <p:nvPr/>
              </p:nvSpPr>
              <p:spPr>
                <a:xfrm>
                  <a:off x="7132709" y="279309"/>
                  <a:ext cx="37187" cy="37158"/>
                </a:xfrm>
                <a:custGeom>
                  <a:avLst/>
                  <a:gdLst>
                    <a:gd name="connsiteX0" fmla="*/ 37187 w 37187"/>
                    <a:gd name="connsiteY0" fmla="*/ 18579 h 37158"/>
                    <a:gd name="connsiteX1" fmla="*/ 18594 w 37187"/>
                    <a:gd name="connsiteY1" fmla="*/ 37158 h 37158"/>
                    <a:gd name="connsiteX2" fmla="*/ 0 w 37187"/>
                    <a:gd name="connsiteY2" fmla="*/ 18579 h 37158"/>
                    <a:gd name="connsiteX3" fmla="*/ 18594 w 37187"/>
                    <a:gd name="connsiteY3" fmla="*/ 0 h 37158"/>
                    <a:gd name="connsiteX4" fmla="*/ 37187 w 37187"/>
                    <a:gd name="connsiteY4" fmla="*/ 18579 h 37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87" h="37158">
                      <a:moveTo>
                        <a:pt x="37187" y="18579"/>
                      </a:moveTo>
                      <a:cubicBezTo>
                        <a:pt x="37187" y="28840"/>
                        <a:pt x="28863" y="37158"/>
                        <a:pt x="18594" y="37158"/>
                      </a:cubicBezTo>
                      <a:cubicBezTo>
                        <a:pt x="8325" y="37158"/>
                        <a:pt x="0" y="28840"/>
                        <a:pt x="0" y="18579"/>
                      </a:cubicBezTo>
                      <a:cubicBezTo>
                        <a:pt x="0" y="8318"/>
                        <a:pt x="8325" y="0"/>
                        <a:pt x="18594" y="0"/>
                      </a:cubicBezTo>
                      <a:cubicBezTo>
                        <a:pt x="28863" y="0"/>
                        <a:pt x="37187" y="8318"/>
                        <a:pt x="37187" y="18579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6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6" name="Graphic 5">
                <a:extLst>
                  <a:ext uri="{FF2B5EF4-FFF2-40B4-BE49-F238E27FC236}">
                    <a16:creationId xmlns:a16="http://schemas.microsoft.com/office/drawing/2014/main" id="{5E453734-7A59-A42F-AC44-626D3455C9D8}"/>
                  </a:ext>
                </a:extLst>
              </p:cNvPr>
              <p:cNvGrpSpPr/>
              <p:nvPr/>
            </p:nvGrpSpPr>
            <p:grpSpPr>
              <a:xfrm>
                <a:off x="8215132" y="877824"/>
                <a:ext cx="806836" cy="469124"/>
                <a:chOff x="8215132" y="877824"/>
                <a:chExt cx="806836" cy="469124"/>
              </a:xfrm>
              <a:solidFill>
                <a:srgbClr val="CAC7D8"/>
              </a:solidFill>
            </p:grpSpPr>
            <p:sp>
              <p:nvSpPr>
                <p:cNvPr id="33" name="Freeform 165">
                  <a:extLst>
                    <a:ext uri="{FF2B5EF4-FFF2-40B4-BE49-F238E27FC236}">
                      <a16:creationId xmlns:a16="http://schemas.microsoft.com/office/drawing/2014/main" id="{B4F39650-E64D-2919-52E3-E0A7D79AEDA5}"/>
                    </a:ext>
                  </a:extLst>
                </p:cNvPr>
                <p:cNvSpPr/>
                <p:nvPr/>
              </p:nvSpPr>
              <p:spPr>
                <a:xfrm>
                  <a:off x="8215132" y="877824"/>
                  <a:ext cx="37187" cy="37158"/>
                </a:xfrm>
                <a:custGeom>
                  <a:avLst/>
                  <a:gdLst>
                    <a:gd name="connsiteX0" fmla="*/ 37187 w 37187"/>
                    <a:gd name="connsiteY0" fmla="*/ 18579 h 37158"/>
                    <a:gd name="connsiteX1" fmla="*/ 18594 w 37187"/>
                    <a:gd name="connsiteY1" fmla="*/ 37158 h 37158"/>
                    <a:gd name="connsiteX2" fmla="*/ 0 w 37187"/>
                    <a:gd name="connsiteY2" fmla="*/ 18579 h 37158"/>
                    <a:gd name="connsiteX3" fmla="*/ 18594 w 37187"/>
                    <a:gd name="connsiteY3" fmla="*/ 0 h 37158"/>
                    <a:gd name="connsiteX4" fmla="*/ 37187 w 37187"/>
                    <a:gd name="connsiteY4" fmla="*/ 18579 h 37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87" h="37158">
                      <a:moveTo>
                        <a:pt x="37187" y="18579"/>
                      </a:moveTo>
                      <a:cubicBezTo>
                        <a:pt x="37187" y="28840"/>
                        <a:pt x="28863" y="37158"/>
                        <a:pt x="18594" y="37158"/>
                      </a:cubicBezTo>
                      <a:cubicBezTo>
                        <a:pt x="8325" y="37158"/>
                        <a:pt x="0" y="28840"/>
                        <a:pt x="0" y="18579"/>
                      </a:cubicBezTo>
                      <a:cubicBezTo>
                        <a:pt x="0" y="8318"/>
                        <a:pt x="8325" y="0"/>
                        <a:pt x="18594" y="0"/>
                      </a:cubicBezTo>
                      <a:cubicBezTo>
                        <a:pt x="28863" y="0"/>
                        <a:pt x="37187" y="8318"/>
                        <a:pt x="37187" y="18579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6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34" name="Freeform 166">
                  <a:extLst>
                    <a:ext uri="{FF2B5EF4-FFF2-40B4-BE49-F238E27FC236}">
                      <a16:creationId xmlns:a16="http://schemas.microsoft.com/office/drawing/2014/main" id="{DE01DBB0-D16C-28D5-2653-F3A198B1F1A2}"/>
                    </a:ext>
                  </a:extLst>
                </p:cNvPr>
                <p:cNvSpPr/>
                <p:nvPr/>
              </p:nvSpPr>
              <p:spPr>
                <a:xfrm>
                  <a:off x="8233725" y="891758"/>
                  <a:ext cx="788242" cy="455189"/>
                </a:xfrm>
                <a:custGeom>
                  <a:avLst/>
                  <a:gdLst>
                    <a:gd name="connsiteX0" fmla="*/ 788242 w 788242"/>
                    <a:gd name="connsiteY0" fmla="*/ 455190 h 455189"/>
                    <a:gd name="connsiteX1" fmla="*/ 0 w 788242"/>
                    <a:gd name="connsiteY1" fmla="*/ 0 h 4551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88242" h="455189">
                      <a:moveTo>
                        <a:pt x="788242" y="455190"/>
                      </a:moveTo>
                      <a:lnTo>
                        <a:pt x="0" y="0"/>
                      </a:lnTo>
                    </a:path>
                  </a:pathLst>
                </a:custGeom>
                <a:ln w="1659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7" name="Graphic 5">
                <a:extLst>
                  <a:ext uri="{FF2B5EF4-FFF2-40B4-BE49-F238E27FC236}">
                    <a16:creationId xmlns:a16="http://schemas.microsoft.com/office/drawing/2014/main" id="{1F7AD55A-9A33-F22C-FF8B-0D7091562585}"/>
                  </a:ext>
                </a:extLst>
              </p:cNvPr>
              <p:cNvGrpSpPr/>
              <p:nvPr/>
            </p:nvGrpSpPr>
            <p:grpSpPr>
              <a:xfrm>
                <a:off x="5872983" y="256085"/>
                <a:ext cx="844023" cy="495002"/>
                <a:chOff x="5872983" y="256085"/>
                <a:chExt cx="844023" cy="495002"/>
              </a:xfrm>
              <a:solidFill>
                <a:srgbClr val="CAC7D8"/>
              </a:solidFill>
            </p:grpSpPr>
            <p:sp>
              <p:nvSpPr>
                <p:cNvPr id="31" name="Freeform 168">
                  <a:extLst>
                    <a:ext uri="{FF2B5EF4-FFF2-40B4-BE49-F238E27FC236}">
                      <a16:creationId xmlns:a16="http://schemas.microsoft.com/office/drawing/2014/main" id="{E7906FEB-41EB-04EE-28D4-5FC493D2D402}"/>
                    </a:ext>
                  </a:extLst>
                </p:cNvPr>
                <p:cNvSpPr/>
                <p:nvPr/>
              </p:nvSpPr>
              <p:spPr>
                <a:xfrm>
                  <a:off x="5872983" y="274664"/>
                  <a:ext cx="825429" cy="476423"/>
                </a:xfrm>
                <a:custGeom>
                  <a:avLst/>
                  <a:gdLst>
                    <a:gd name="connsiteX0" fmla="*/ 0 w 825429"/>
                    <a:gd name="connsiteY0" fmla="*/ 476423 h 476423"/>
                    <a:gd name="connsiteX1" fmla="*/ 825430 w 825429"/>
                    <a:gd name="connsiteY1" fmla="*/ 0 h 476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5429" h="476423">
                      <a:moveTo>
                        <a:pt x="0" y="476423"/>
                      </a:moveTo>
                      <a:lnTo>
                        <a:pt x="825430" y="0"/>
                      </a:lnTo>
                    </a:path>
                  </a:pathLst>
                </a:custGeom>
                <a:ln w="1659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32" name="Freeform 169">
                  <a:extLst>
                    <a:ext uri="{FF2B5EF4-FFF2-40B4-BE49-F238E27FC236}">
                      <a16:creationId xmlns:a16="http://schemas.microsoft.com/office/drawing/2014/main" id="{B58EB024-2006-1D32-D688-839B0C3DD6A6}"/>
                    </a:ext>
                  </a:extLst>
                </p:cNvPr>
                <p:cNvSpPr/>
                <p:nvPr/>
              </p:nvSpPr>
              <p:spPr>
                <a:xfrm>
                  <a:off x="6679819" y="256085"/>
                  <a:ext cx="37187" cy="37158"/>
                </a:xfrm>
                <a:custGeom>
                  <a:avLst/>
                  <a:gdLst>
                    <a:gd name="connsiteX0" fmla="*/ 37187 w 37187"/>
                    <a:gd name="connsiteY0" fmla="*/ 18579 h 37158"/>
                    <a:gd name="connsiteX1" fmla="*/ 18594 w 37187"/>
                    <a:gd name="connsiteY1" fmla="*/ 37158 h 37158"/>
                    <a:gd name="connsiteX2" fmla="*/ 0 w 37187"/>
                    <a:gd name="connsiteY2" fmla="*/ 18579 h 37158"/>
                    <a:gd name="connsiteX3" fmla="*/ 18594 w 37187"/>
                    <a:gd name="connsiteY3" fmla="*/ 0 h 37158"/>
                    <a:gd name="connsiteX4" fmla="*/ 37187 w 37187"/>
                    <a:gd name="connsiteY4" fmla="*/ 18579 h 37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87" h="37158">
                      <a:moveTo>
                        <a:pt x="37187" y="18579"/>
                      </a:moveTo>
                      <a:cubicBezTo>
                        <a:pt x="37187" y="28840"/>
                        <a:pt x="28863" y="37158"/>
                        <a:pt x="18594" y="37158"/>
                      </a:cubicBezTo>
                      <a:cubicBezTo>
                        <a:pt x="8325" y="37158"/>
                        <a:pt x="0" y="28840"/>
                        <a:pt x="0" y="18579"/>
                      </a:cubicBezTo>
                      <a:cubicBezTo>
                        <a:pt x="0" y="8318"/>
                        <a:pt x="8325" y="0"/>
                        <a:pt x="18594" y="0"/>
                      </a:cubicBezTo>
                      <a:cubicBezTo>
                        <a:pt x="28863" y="0"/>
                        <a:pt x="37187" y="8318"/>
                        <a:pt x="37187" y="18579"/>
                      </a:cubicBezTo>
                      <a:close/>
                    </a:path>
                  </a:pathLst>
                </a:custGeom>
                <a:solidFill>
                  <a:srgbClr val="CAC7D8"/>
                </a:solidFill>
                <a:ln w="6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8" name="Graphic 5">
                <a:extLst>
                  <a:ext uri="{FF2B5EF4-FFF2-40B4-BE49-F238E27FC236}">
                    <a16:creationId xmlns:a16="http://schemas.microsoft.com/office/drawing/2014/main" id="{61BE588B-57CF-0627-FE7A-9ECEA1156174}"/>
                  </a:ext>
                </a:extLst>
              </p:cNvPr>
              <p:cNvGrpSpPr/>
              <p:nvPr/>
            </p:nvGrpSpPr>
            <p:grpSpPr>
              <a:xfrm>
                <a:off x="4459857" y="1088830"/>
                <a:ext cx="806172" cy="468460"/>
                <a:chOff x="4459857" y="1088830"/>
                <a:chExt cx="806172" cy="468460"/>
              </a:xfrm>
              <a:solidFill>
                <a:srgbClr val="CAC7D8"/>
              </a:solidFill>
            </p:grpSpPr>
            <p:sp>
              <p:nvSpPr>
                <p:cNvPr id="29" name="Freeform 171">
                  <a:extLst>
                    <a:ext uri="{FF2B5EF4-FFF2-40B4-BE49-F238E27FC236}">
                      <a16:creationId xmlns:a16="http://schemas.microsoft.com/office/drawing/2014/main" id="{130FD49F-7299-944F-006D-06993BE5A23B}"/>
                    </a:ext>
                  </a:extLst>
                </p:cNvPr>
                <p:cNvSpPr/>
                <p:nvPr/>
              </p:nvSpPr>
              <p:spPr>
                <a:xfrm>
                  <a:off x="5228842" y="1088830"/>
                  <a:ext cx="37187" cy="37158"/>
                </a:xfrm>
                <a:custGeom>
                  <a:avLst/>
                  <a:gdLst>
                    <a:gd name="connsiteX0" fmla="*/ 37187 w 37187"/>
                    <a:gd name="connsiteY0" fmla="*/ 18579 h 37158"/>
                    <a:gd name="connsiteX1" fmla="*/ 18594 w 37187"/>
                    <a:gd name="connsiteY1" fmla="*/ 37158 h 37158"/>
                    <a:gd name="connsiteX2" fmla="*/ 0 w 37187"/>
                    <a:gd name="connsiteY2" fmla="*/ 18579 h 37158"/>
                    <a:gd name="connsiteX3" fmla="*/ 18594 w 37187"/>
                    <a:gd name="connsiteY3" fmla="*/ 0 h 37158"/>
                    <a:gd name="connsiteX4" fmla="*/ 37187 w 37187"/>
                    <a:gd name="connsiteY4" fmla="*/ 18579 h 371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187" h="37158">
                      <a:moveTo>
                        <a:pt x="37187" y="18579"/>
                      </a:moveTo>
                      <a:cubicBezTo>
                        <a:pt x="37187" y="28840"/>
                        <a:pt x="28863" y="37158"/>
                        <a:pt x="18594" y="37158"/>
                      </a:cubicBezTo>
                      <a:cubicBezTo>
                        <a:pt x="8325" y="37158"/>
                        <a:pt x="0" y="28840"/>
                        <a:pt x="0" y="18579"/>
                      </a:cubicBezTo>
                      <a:cubicBezTo>
                        <a:pt x="0" y="8318"/>
                        <a:pt x="8325" y="0"/>
                        <a:pt x="18594" y="0"/>
                      </a:cubicBezTo>
                      <a:cubicBezTo>
                        <a:pt x="28863" y="0"/>
                        <a:pt x="37187" y="8318"/>
                        <a:pt x="37187" y="18579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663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30" name="Freeform 172">
                  <a:extLst>
                    <a:ext uri="{FF2B5EF4-FFF2-40B4-BE49-F238E27FC236}">
                      <a16:creationId xmlns:a16="http://schemas.microsoft.com/office/drawing/2014/main" id="{92E5D796-66C9-6540-5857-A1D0D3B1C0A6}"/>
                    </a:ext>
                  </a:extLst>
                </p:cNvPr>
                <p:cNvSpPr/>
                <p:nvPr/>
              </p:nvSpPr>
              <p:spPr>
                <a:xfrm>
                  <a:off x="4459857" y="1102764"/>
                  <a:ext cx="787578" cy="454526"/>
                </a:xfrm>
                <a:custGeom>
                  <a:avLst/>
                  <a:gdLst>
                    <a:gd name="connsiteX0" fmla="*/ 0 w 787578"/>
                    <a:gd name="connsiteY0" fmla="*/ 454526 h 454526"/>
                    <a:gd name="connsiteX1" fmla="*/ 787578 w 787578"/>
                    <a:gd name="connsiteY1" fmla="*/ 0 h 454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87578" h="454526">
                      <a:moveTo>
                        <a:pt x="0" y="454526"/>
                      </a:moveTo>
                      <a:lnTo>
                        <a:pt x="787578" y="0"/>
                      </a:lnTo>
                    </a:path>
                  </a:pathLst>
                </a:custGeom>
                <a:ln w="1659" cap="flat">
                  <a:solidFill>
                    <a:schemeClr val="bg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087389-96CB-4843-8B74-C86339E36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4829" y="3028950"/>
            <a:ext cx="4837771" cy="1293327"/>
          </a:xfrm>
        </p:spPr>
        <p:txBody>
          <a:bodyPr/>
          <a:lstStyle/>
          <a:p>
            <a:r>
              <a:rPr lang="es-VE" sz="3200" dirty="0"/>
              <a:t>Máquinas de Estados Finitos y Máquinas de Turing: Fundamentos y Aplicaciones</a:t>
            </a:r>
            <a:endParaRPr lang="es-VE" sz="3200" dirty="0"/>
          </a:p>
        </p:txBody>
      </p:sp>
      <p:sp>
        <p:nvSpPr>
          <p:cNvPr id="89" name="Rectángulo 88"/>
          <p:cNvSpPr/>
          <p:nvPr/>
        </p:nvSpPr>
        <p:spPr>
          <a:xfrm>
            <a:off x="6724552" y="3876585"/>
            <a:ext cx="23713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s-VE" sz="1200" dirty="0" smtClean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Alejandro </a:t>
            </a:r>
            <a:r>
              <a:rPr lang="es-VE" sz="12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Mora 31.118.479</a:t>
            </a:r>
            <a:endParaRPr lang="es-V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s-VE" sz="12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Bárbara Rincón 29.762.581</a:t>
            </a:r>
            <a:endParaRPr lang="es-V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s-VE" sz="12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Erick Torrealba 30.019.201</a:t>
            </a:r>
            <a:endParaRPr lang="es-VE" sz="12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s-VE" sz="1200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Rodolfo Hidalgo 30.072.165</a:t>
            </a:r>
            <a:endParaRPr lang="es-VE" sz="12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2" name="Rectangle 1"/>
          <p:cNvSpPr>
            <a:spLocks noChangeArrowheads="1"/>
          </p:cNvSpPr>
          <p:nvPr/>
        </p:nvSpPr>
        <p:spPr bwMode="auto">
          <a:xfrm>
            <a:off x="724829" y="4476749"/>
            <a:ext cx="507459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VE" altLang="es-VE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Segoe Print" panose="02000600000000000000" pitchFamily="2" charset="0"/>
              </a:rPr>
              <a:t>Una MEF nunca olvida... porque no puede recordar más que su estado actual.</a:t>
            </a:r>
          </a:p>
        </p:txBody>
      </p:sp>
    </p:spTree>
    <p:extLst>
      <p:ext uri="{BB962C8B-B14F-4D97-AF65-F5344CB8AC3E}">
        <p14:creationId xmlns:p14="http://schemas.microsoft.com/office/powerpoint/2010/main" val="4644227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4" descr="ejemplo estados puer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25" y="3164902"/>
            <a:ext cx="3988506" cy="1792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30FDFC7-870E-144F-8F50-C8F596314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4829" y="514349"/>
            <a:ext cx="5892304" cy="1055862"/>
          </a:xfrm>
        </p:spPr>
        <p:txBody>
          <a:bodyPr/>
          <a:lstStyle/>
          <a:p>
            <a:r>
              <a:rPr lang="es-VE" dirty="0"/>
              <a:t>Fundamentos de las Máquinas de Estados Finitos</a:t>
            </a:r>
            <a:endParaRPr lang="en-BR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37DE30-4434-5940-BA6B-434A0AC5107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24829" y="1962150"/>
            <a:ext cx="3048000" cy="2362548"/>
          </a:xfrm>
        </p:spPr>
        <p:txBody>
          <a:bodyPr/>
          <a:lstStyle/>
          <a:p>
            <a:pPr algn="just"/>
            <a:r>
              <a:rPr lang="es-VE" noProof="1"/>
              <a:t>Una máquina de estados finitos (MEF) es un modelo computacional que cambia entre un conjunto limitado de estados en respuesta a una secuencia de entradas.</a:t>
            </a:r>
            <a:endParaRPr lang="en-US" noProof="1"/>
          </a:p>
        </p:txBody>
      </p:sp>
      <p:grpSp>
        <p:nvGrpSpPr>
          <p:cNvPr id="8" name="Graphic 5">
            <a:extLst>
              <a:ext uri="{FF2B5EF4-FFF2-40B4-BE49-F238E27FC236}">
                <a16:creationId xmlns:a16="http://schemas.microsoft.com/office/drawing/2014/main" id="{7D6B7A92-2152-C458-5D0C-31E50AB76770}"/>
              </a:ext>
            </a:extLst>
          </p:cNvPr>
          <p:cNvGrpSpPr/>
          <p:nvPr/>
        </p:nvGrpSpPr>
        <p:grpSpPr>
          <a:xfrm>
            <a:off x="4816589" y="647007"/>
            <a:ext cx="4823608" cy="3848141"/>
            <a:chOff x="4816589" y="647007"/>
            <a:chExt cx="4823608" cy="3848141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AF5FE555-5A5D-0ABC-195A-D5BDBCE6B68D}"/>
                </a:ext>
              </a:extLst>
            </p:cNvPr>
            <p:cNvSpPr/>
            <p:nvPr/>
          </p:nvSpPr>
          <p:spPr>
            <a:xfrm>
              <a:off x="4816589" y="2304741"/>
              <a:ext cx="843879" cy="964718"/>
            </a:xfrm>
            <a:custGeom>
              <a:avLst/>
              <a:gdLst>
                <a:gd name="connsiteX0" fmla="*/ 421604 w 843879"/>
                <a:gd name="connsiteY0" fmla="*/ 0 h 964718"/>
                <a:gd name="connsiteX1" fmla="*/ 0 w 843879"/>
                <a:gd name="connsiteY1" fmla="*/ 242857 h 964718"/>
                <a:gd name="connsiteX2" fmla="*/ 0 w 843879"/>
                <a:gd name="connsiteY2" fmla="*/ 721191 h 964718"/>
                <a:gd name="connsiteX3" fmla="*/ 421604 w 843879"/>
                <a:gd name="connsiteY3" fmla="*/ 964719 h 964718"/>
                <a:gd name="connsiteX4" fmla="*/ 843880 w 843879"/>
                <a:gd name="connsiteY4" fmla="*/ 721191 h 964718"/>
                <a:gd name="connsiteX5" fmla="*/ 843880 w 843879"/>
                <a:gd name="connsiteY5" fmla="*/ 242857 h 96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879" h="964718">
                  <a:moveTo>
                    <a:pt x="421604" y="0"/>
                  </a:moveTo>
                  <a:lnTo>
                    <a:pt x="0" y="242857"/>
                  </a:lnTo>
                  <a:lnTo>
                    <a:pt x="0" y="721191"/>
                  </a:lnTo>
                  <a:lnTo>
                    <a:pt x="421604" y="964719"/>
                  </a:lnTo>
                  <a:lnTo>
                    <a:pt x="843880" y="721191"/>
                  </a:lnTo>
                  <a:lnTo>
                    <a:pt x="843880" y="242857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16800000" scaled="0"/>
            </a:gradFill>
            <a:ln w="6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9349DD69-E812-B60B-60B6-88D2BB55A875}"/>
                </a:ext>
              </a:extLst>
            </p:cNvPr>
            <p:cNvSpPr/>
            <p:nvPr/>
          </p:nvSpPr>
          <p:spPr>
            <a:xfrm>
              <a:off x="5916922" y="2908529"/>
              <a:ext cx="843879" cy="964718"/>
            </a:xfrm>
            <a:custGeom>
              <a:avLst/>
              <a:gdLst>
                <a:gd name="connsiteX0" fmla="*/ 422276 w 843879"/>
                <a:gd name="connsiteY0" fmla="*/ 0 h 964718"/>
                <a:gd name="connsiteX1" fmla="*/ 0 w 843879"/>
                <a:gd name="connsiteY1" fmla="*/ 242857 h 964718"/>
                <a:gd name="connsiteX2" fmla="*/ 0 w 843879"/>
                <a:gd name="connsiteY2" fmla="*/ 721862 h 964718"/>
                <a:gd name="connsiteX3" fmla="*/ 422276 w 843879"/>
                <a:gd name="connsiteY3" fmla="*/ 964719 h 964718"/>
                <a:gd name="connsiteX4" fmla="*/ 843880 w 843879"/>
                <a:gd name="connsiteY4" fmla="*/ 721862 h 964718"/>
                <a:gd name="connsiteX5" fmla="*/ 843880 w 843879"/>
                <a:gd name="connsiteY5" fmla="*/ 242857 h 96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879" h="964718">
                  <a:moveTo>
                    <a:pt x="422276" y="0"/>
                  </a:moveTo>
                  <a:lnTo>
                    <a:pt x="0" y="242857"/>
                  </a:lnTo>
                  <a:lnTo>
                    <a:pt x="0" y="721862"/>
                  </a:lnTo>
                  <a:lnTo>
                    <a:pt x="422276" y="964719"/>
                  </a:lnTo>
                  <a:lnTo>
                    <a:pt x="843880" y="721862"/>
                  </a:lnTo>
                  <a:lnTo>
                    <a:pt x="843880" y="242857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16800000" scaled="0"/>
            </a:gradFill>
            <a:ln w="6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B344DBBF-BC63-30EB-2795-9354F8164253}"/>
                </a:ext>
              </a:extLst>
            </p:cNvPr>
            <p:cNvSpPr/>
            <p:nvPr/>
          </p:nvSpPr>
          <p:spPr>
            <a:xfrm>
              <a:off x="7032024" y="3529759"/>
              <a:ext cx="843879" cy="965389"/>
            </a:xfrm>
            <a:custGeom>
              <a:avLst/>
              <a:gdLst>
                <a:gd name="connsiteX0" fmla="*/ 421604 w 843879"/>
                <a:gd name="connsiteY0" fmla="*/ 0 h 965389"/>
                <a:gd name="connsiteX1" fmla="*/ 0 w 843879"/>
                <a:gd name="connsiteY1" fmla="*/ 243528 h 965389"/>
                <a:gd name="connsiteX2" fmla="*/ 0 w 843879"/>
                <a:gd name="connsiteY2" fmla="*/ 721862 h 965389"/>
                <a:gd name="connsiteX3" fmla="*/ 421604 w 843879"/>
                <a:gd name="connsiteY3" fmla="*/ 965390 h 965389"/>
                <a:gd name="connsiteX4" fmla="*/ 843880 w 843879"/>
                <a:gd name="connsiteY4" fmla="*/ 721862 h 965389"/>
                <a:gd name="connsiteX5" fmla="*/ 843880 w 843879"/>
                <a:gd name="connsiteY5" fmla="*/ 243528 h 965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879" h="965389">
                  <a:moveTo>
                    <a:pt x="421604" y="0"/>
                  </a:moveTo>
                  <a:lnTo>
                    <a:pt x="0" y="243528"/>
                  </a:lnTo>
                  <a:lnTo>
                    <a:pt x="0" y="721862"/>
                  </a:lnTo>
                  <a:lnTo>
                    <a:pt x="421604" y="965390"/>
                  </a:lnTo>
                  <a:lnTo>
                    <a:pt x="843880" y="721862"/>
                  </a:lnTo>
                  <a:lnTo>
                    <a:pt x="843880" y="243528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16800000" scaled="0"/>
            </a:gradFill>
            <a:ln w="6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4CC187EB-B6F9-1811-28CB-24F7DC4B3E86}"/>
                </a:ext>
              </a:extLst>
            </p:cNvPr>
            <p:cNvSpPr/>
            <p:nvPr/>
          </p:nvSpPr>
          <p:spPr>
            <a:xfrm>
              <a:off x="7337486" y="2095427"/>
              <a:ext cx="844551" cy="964718"/>
            </a:xfrm>
            <a:custGeom>
              <a:avLst/>
              <a:gdLst>
                <a:gd name="connsiteX0" fmla="*/ 422276 w 844551"/>
                <a:gd name="connsiteY0" fmla="*/ 0 h 964718"/>
                <a:gd name="connsiteX1" fmla="*/ 0 w 844551"/>
                <a:gd name="connsiteY1" fmla="*/ 242857 h 964718"/>
                <a:gd name="connsiteX2" fmla="*/ 0 w 844551"/>
                <a:gd name="connsiteY2" fmla="*/ 721191 h 964718"/>
                <a:gd name="connsiteX3" fmla="*/ 422276 w 844551"/>
                <a:gd name="connsiteY3" fmla="*/ 964719 h 964718"/>
                <a:gd name="connsiteX4" fmla="*/ 844551 w 844551"/>
                <a:gd name="connsiteY4" fmla="*/ 721191 h 964718"/>
                <a:gd name="connsiteX5" fmla="*/ 844551 w 844551"/>
                <a:gd name="connsiteY5" fmla="*/ 242857 h 96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4551" h="964718">
                  <a:moveTo>
                    <a:pt x="422276" y="0"/>
                  </a:moveTo>
                  <a:lnTo>
                    <a:pt x="0" y="242857"/>
                  </a:lnTo>
                  <a:lnTo>
                    <a:pt x="0" y="721191"/>
                  </a:lnTo>
                  <a:lnTo>
                    <a:pt x="422276" y="964719"/>
                  </a:lnTo>
                  <a:lnTo>
                    <a:pt x="844551" y="721191"/>
                  </a:lnTo>
                  <a:lnTo>
                    <a:pt x="844551" y="242857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16800000" scaled="0"/>
            </a:gradFill>
            <a:ln w="6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6CDA730A-EC82-759F-4237-52E99FC1F1A6}"/>
                </a:ext>
              </a:extLst>
            </p:cNvPr>
            <p:cNvSpPr/>
            <p:nvPr/>
          </p:nvSpPr>
          <p:spPr>
            <a:xfrm>
              <a:off x="6274748" y="1476209"/>
              <a:ext cx="843879" cy="964718"/>
            </a:xfrm>
            <a:custGeom>
              <a:avLst/>
              <a:gdLst>
                <a:gd name="connsiteX0" fmla="*/ 421604 w 843879"/>
                <a:gd name="connsiteY0" fmla="*/ 0 h 964718"/>
                <a:gd name="connsiteX1" fmla="*/ 0 w 843879"/>
                <a:gd name="connsiteY1" fmla="*/ 242857 h 964718"/>
                <a:gd name="connsiteX2" fmla="*/ 0 w 843879"/>
                <a:gd name="connsiteY2" fmla="*/ 721191 h 964718"/>
                <a:gd name="connsiteX3" fmla="*/ 421604 w 843879"/>
                <a:gd name="connsiteY3" fmla="*/ 964719 h 964718"/>
                <a:gd name="connsiteX4" fmla="*/ 843880 w 843879"/>
                <a:gd name="connsiteY4" fmla="*/ 721191 h 964718"/>
                <a:gd name="connsiteX5" fmla="*/ 843880 w 843879"/>
                <a:gd name="connsiteY5" fmla="*/ 242857 h 96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879" h="964718">
                  <a:moveTo>
                    <a:pt x="421604" y="0"/>
                  </a:moveTo>
                  <a:lnTo>
                    <a:pt x="0" y="242857"/>
                  </a:lnTo>
                  <a:lnTo>
                    <a:pt x="0" y="721191"/>
                  </a:lnTo>
                  <a:lnTo>
                    <a:pt x="421604" y="964719"/>
                  </a:lnTo>
                  <a:lnTo>
                    <a:pt x="843880" y="721191"/>
                  </a:lnTo>
                  <a:lnTo>
                    <a:pt x="843880" y="242857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16800000" scaled="0"/>
            </a:gradFill>
            <a:ln w="6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CA7C644A-2827-873E-2A53-CA187F227365}"/>
                </a:ext>
              </a:extLst>
            </p:cNvPr>
            <p:cNvSpPr/>
            <p:nvPr/>
          </p:nvSpPr>
          <p:spPr>
            <a:xfrm>
              <a:off x="8438491" y="2699215"/>
              <a:ext cx="843879" cy="964718"/>
            </a:xfrm>
            <a:custGeom>
              <a:avLst/>
              <a:gdLst>
                <a:gd name="connsiteX0" fmla="*/ 422276 w 843879"/>
                <a:gd name="connsiteY0" fmla="*/ 0 h 964718"/>
                <a:gd name="connsiteX1" fmla="*/ 0 w 843879"/>
                <a:gd name="connsiteY1" fmla="*/ 242857 h 964718"/>
                <a:gd name="connsiteX2" fmla="*/ 0 w 843879"/>
                <a:gd name="connsiteY2" fmla="*/ 721862 h 964718"/>
                <a:gd name="connsiteX3" fmla="*/ 422276 w 843879"/>
                <a:gd name="connsiteY3" fmla="*/ 964719 h 964718"/>
                <a:gd name="connsiteX4" fmla="*/ 843880 w 843879"/>
                <a:gd name="connsiteY4" fmla="*/ 721862 h 964718"/>
                <a:gd name="connsiteX5" fmla="*/ 843880 w 843879"/>
                <a:gd name="connsiteY5" fmla="*/ 242857 h 96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879" h="964718">
                  <a:moveTo>
                    <a:pt x="422276" y="0"/>
                  </a:moveTo>
                  <a:lnTo>
                    <a:pt x="0" y="242857"/>
                  </a:lnTo>
                  <a:lnTo>
                    <a:pt x="0" y="721862"/>
                  </a:lnTo>
                  <a:lnTo>
                    <a:pt x="422276" y="964719"/>
                  </a:lnTo>
                  <a:lnTo>
                    <a:pt x="843880" y="721862"/>
                  </a:lnTo>
                  <a:lnTo>
                    <a:pt x="843880" y="242857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16800000" scaled="0"/>
            </a:gradFill>
            <a:ln w="6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11683EC4-2DB1-791E-842A-142DFA88C487}"/>
                </a:ext>
              </a:extLst>
            </p:cNvPr>
            <p:cNvSpPr/>
            <p:nvPr/>
          </p:nvSpPr>
          <p:spPr>
            <a:xfrm>
              <a:off x="8796317" y="1270251"/>
              <a:ext cx="843879" cy="964718"/>
            </a:xfrm>
            <a:custGeom>
              <a:avLst/>
              <a:gdLst>
                <a:gd name="connsiteX0" fmla="*/ 421605 w 843879"/>
                <a:gd name="connsiteY0" fmla="*/ 0 h 964718"/>
                <a:gd name="connsiteX1" fmla="*/ 0 w 843879"/>
                <a:gd name="connsiteY1" fmla="*/ 242857 h 964718"/>
                <a:gd name="connsiteX2" fmla="*/ 0 w 843879"/>
                <a:gd name="connsiteY2" fmla="*/ 721191 h 964718"/>
                <a:gd name="connsiteX3" fmla="*/ 421605 w 843879"/>
                <a:gd name="connsiteY3" fmla="*/ 964719 h 964718"/>
                <a:gd name="connsiteX4" fmla="*/ 843880 w 843879"/>
                <a:gd name="connsiteY4" fmla="*/ 721191 h 964718"/>
                <a:gd name="connsiteX5" fmla="*/ 843880 w 843879"/>
                <a:gd name="connsiteY5" fmla="*/ 242857 h 96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879" h="964718">
                  <a:moveTo>
                    <a:pt x="421605" y="0"/>
                  </a:moveTo>
                  <a:lnTo>
                    <a:pt x="0" y="242857"/>
                  </a:lnTo>
                  <a:lnTo>
                    <a:pt x="0" y="721191"/>
                  </a:lnTo>
                  <a:lnTo>
                    <a:pt x="421605" y="964719"/>
                  </a:lnTo>
                  <a:lnTo>
                    <a:pt x="843880" y="721191"/>
                  </a:lnTo>
                  <a:lnTo>
                    <a:pt x="843880" y="242857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16800000" scaled="0"/>
            </a:gradFill>
            <a:ln w="6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0E3910F9-9CC4-C8AB-0785-6660CAF0FACD}"/>
                </a:ext>
              </a:extLst>
            </p:cNvPr>
            <p:cNvSpPr/>
            <p:nvPr/>
          </p:nvSpPr>
          <p:spPr>
            <a:xfrm>
              <a:off x="7732908" y="647007"/>
              <a:ext cx="843879" cy="965389"/>
            </a:xfrm>
            <a:custGeom>
              <a:avLst/>
              <a:gdLst>
                <a:gd name="connsiteX0" fmla="*/ 422275 w 843879"/>
                <a:gd name="connsiteY0" fmla="*/ 0 h 965389"/>
                <a:gd name="connsiteX1" fmla="*/ 0 w 843879"/>
                <a:gd name="connsiteY1" fmla="*/ 243528 h 965389"/>
                <a:gd name="connsiteX2" fmla="*/ 0 w 843879"/>
                <a:gd name="connsiteY2" fmla="*/ 721862 h 965389"/>
                <a:gd name="connsiteX3" fmla="*/ 422275 w 843879"/>
                <a:gd name="connsiteY3" fmla="*/ 965390 h 965389"/>
                <a:gd name="connsiteX4" fmla="*/ 843880 w 843879"/>
                <a:gd name="connsiteY4" fmla="*/ 721862 h 965389"/>
                <a:gd name="connsiteX5" fmla="*/ 843880 w 843879"/>
                <a:gd name="connsiteY5" fmla="*/ 243528 h 965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3879" h="965389">
                  <a:moveTo>
                    <a:pt x="422275" y="0"/>
                  </a:moveTo>
                  <a:lnTo>
                    <a:pt x="0" y="243528"/>
                  </a:lnTo>
                  <a:lnTo>
                    <a:pt x="0" y="721862"/>
                  </a:lnTo>
                  <a:lnTo>
                    <a:pt x="422275" y="965390"/>
                  </a:lnTo>
                  <a:lnTo>
                    <a:pt x="843880" y="721862"/>
                  </a:lnTo>
                  <a:lnTo>
                    <a:pt x="843880" y="243528"/>
                  </a:lnTo>
                  <a:close/>
                </a:path>
              </a:pathLst>
            </a:custGeom>
            <a:gradFill>
              <a:gsLst>
                <a:gs pos="100000">
                  <a:schemeClr val="accent1"/>
                </a:gs>
                <a:gs pos="0">
                  <a:schemeClr val="accent4"/>
                </a:gs>
              </a:gsLst>
              <a:lin ang="16800000" scaled="0"/>
            </a:gradFill>
            <a:ln w="67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grpSp>
          <p:nvGrpSpPr>
            <p:cNvPr id="17" name="Graphic 5">
              <a:extLst>
                <a:ext uri="{FF2B5EF4-FFF2-40B4-BE49-F238E27FC236}">
                  <a16:creationId xmlns:a16="http://schemas.microsoft.com/office/drawing/2014/main" id="{3FA67951-7775-4A9F-7CC4-57310CE96280}"/>
                </a:ext>
              </a:extLst>
            </p:cNvPr>
            <p:cNvGrpSpPr/>
            <p:nvPr/>
          </p:nvGrpSpPr>
          <p:grpSpPr>
            <a:xfrm>
              <a:off x="4816589" y="647007"/>
              <a:ext cx="4823608" cy="3848141"/>
              <a:chOff x="4816589" y="647007"/>
              <a:chExt cx="4823608" cy="3848141"/>
            </a:xfrm>
          </p:grpSpPr>
          <p:grpSp>
            <p:nvGrpSpPr>
              <p:cNvPr id="18" name="Graphic 5">
                <a:extLst>
                  <a:ext uri="{FF2B5EF4-FFF2-40B4-BE49-F238E27FC236}">
                    <a16:creationId xmlns:a16="http://schemas.microsoft.com/office/drawing/2014/main" id="{E73A88AD-4C98-9870-E92B-111B2467B46C}"/>
                  </a:ext>
                </a:extLst>
              </p:cNvPr>
              <p:cNvGrpSpPr/>
              <p:nvPr/>
            </p:nvGrpSpPr>
            <p:grpSpPr>
              <a:xfrm>
                <a:off x="4816589" y="647007"/>
                <a:ext cx="4823608" cy="3848141"/>
                <a:chOff x="4816589" y="647007"/>
                <a:chExt cx="4823608" cy="3848141"/>
              </a:xfrm>
              <a:noFill/>
            </p:grpSpPr>
            <p:grpSp>
              <p:nvGrpSpPr>
                <p:cNvPr id="49" name="Graphic 5">
                  <a:extLst>
                    <a:ext uri="{FF2B5EF4-FFF2-40B4-BE49-F238E27FC236}">
                      <a16:creationId xmlns:a16="http://schemas.microsoft.com/office/drawing/2014/main" id="{038ABB6A-20FE-1F8D-0495-5A867BA9CCE6}"/>
                    </a:ext>
                  </a:extLst>
                </p:cNvPr>
                <p:cNvGrpSpPr/>
                <p:nvPr/>
              </p:nvGrpSpPr>
              <p:grpSpPr>
                <a:xfrm>
                  <a:off x="5916922" y="2908529"/>
                  <a:ext cx="843879" cy="964718"/>
                  <a:chOff x="5916922" y="2908529"/>
                  <a:chExt cx="843879" cy="964718"/>
                </a:xfrm>
                <a:noFill/>
              </p:grpSpPr>
              <p:sp>
                <p:nvSpPr>
                  <p:cNvPr id="78" name="Freeform 19">
                    <a:extLst>
                      <a:ext uri="{FF2B5EF4-FFF2-40B4-BE49-F238E27FC236}">
                        <a16:creationId xmlns:a16="http://schemas.microsoft.com/office/drawing/2014/main" id="{2BD462EC-FA51-596A-016E-4C0A10EDE9C8}"/>
                      </a:ext>
                    </a:extLst>
                  </p:cNvPr>
                  <p:cNvSpPr/>
                  <p:nvPr/>
                </p:nvSpPr>
                <p:spPr>
                  <a:xfrm>
                    <a:off x="5916922" y="3151385"/>
                    <a:ext cx="422275" cy="721862"/>
                  </a:xfrm>
                  <a:custGeom>
                    <a:avLst/>
                    <a:gdLst>
                      <a:gd name="connsiteX0" fmla="*/ 422276 w 422275"/>
                      <a:gd name="connsiteY0" fmla="*/ 721862 h 721862"/>
                      <a:gd name="connsiteX1" fmla="*/ 0 w 422275"/>
                      <a:gd name="connsiteY1" fmla="*/ 479005 h 721862"/>
                      <a:gd name="connsiteX2" fmla="*/ 0 w 422275"/>
                      <a:gd name="connsiteY2" fmla="*/ 0 h 721862"/>
                      <a:gd name="connsiteX3" fmla="*/ 422276 w 422275"/>
                      <a:gd name="connsiteY3" fmla="*/ 243528 h 7218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2275" h="721862">
                        <a:moveTo>
                          <a:pt x="422276" y="721862"/>
                        </a:moveTo>
                        <a:lnTo>
                          <a:pt x="0" y="479005"/>
                        </a:lnTo>
                        <a:lnTo>
                          <a:pt x="0" y="0"/>
                        </a:lnTo>
                        <a:lnTo>
                          <a:pt x="422276" y="243528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9" name="Freeform 20">
                    <a:extLst>
                      <a:ext uri="{FF2B5EF4-FFF2-40B4-BE49-F238E27FC236}">
                        <a16:creationId xmlns:a16="http://schemas.microsoft.com/office/drawing/2014/main" id="{493AABFD-5172-069D-47E6-C2EDB45D1CB5}"/>
                      </a:ext>
                    </a:extLst>
                  </p:cNvPr>
                  <p:cNvSpPr/>
                  <p:nvPr/>
                </p:nvSpPr>
                <p:spPr>
                  <a:xfrm>
                    <a:off x="6339197" y="3151385"/>
                    <a:ext cx="421604" cy="721862"/>
                  </a:xfrm>
                  <a:custGeom>
                    <a:avLst/>
                    <a:gdLst>
                      <a:gd name="connsiteX0" fmla="*/ 0 w 421604"/>
                      <a:gd name="connsiteY0" fmla="*/ 721862 h 721862"/>
                      <a:gd name="connsiteX1" fmla="*/ 421604 w 421604"/>
                      <a:gd name="connsiteY1" fmla="*/ 479005 h 721862"/>
                      <a:gd name="connsiteX2" fmla="*/ 421604 w 421604"/>
                      <a:gd name="connsiteY2" fmla="*/ 0 h 721862"/>
                      <a:gd name="connsiteX3" fmla="*/ 0 w 421604"/>
                      <a:gd name="connsiteY3" fmla="*/ 243528 h 7218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1604" h="721862">
                        <a:moveTo>
                          <a:pt x="0" y="721862"/>
                        </a:moveTo>
                        <a:lnTo>
                          <a:pt x="421604" y="479005"/>
                        </a:lnTo>
                        <a:lnTo>
                          <a:pt x="421604" y="0"/>
                        </a:lnTo>
                        <a:lnTo>
                          <a:pt x="0" y="243528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80" name="Freeform 21">
                    <a:extLst>
                      <a:ext uri="{FF2B5EF4-FFF2-40B4-BE49-F238E27FC236}">
                        <a16:creationId xmlns:a16="http://schemas.microsoft.com/office/drawing/2014/main" id="{CF81DFC7-766B-D6E4-5809-673CD444DFE8}"/>
                      </a:ext>
                    </a:extLst>
                  </p:cNvPr>
                  <p:cNvSpPr/>
                  <p:nvPr/>
                </p:nvSpPr>
                <p:spPr>
                  <a:xfrm>
                    <a:off x="5916922" y="2908529"/>
                    <a:ext cx="843879" cy="485713"/>
                  </a:xfrm>
                  <a:custGeom>
                    <a:avLst/>
                    <a:gdLst>
                      <a:gd name="connsiteX0" fmla="*/ 843880 w 843879"/>
                      <a:gd name="connsiteY0" fmla="*/ 242857 h 485713"/>
                      <a:gd name="connsiteX1" fmla="*/ 422276 w 843879"/>
                      <a:gd name="connsiteY1" fmla="*/ 485714 h 485713"/>
                      <a:gd name="connsiteX2" fmla="*/ 0 w 843879"/>
                      <a:gd name="connsiteY2" fmla="*/ 242857 h 485713"/>
                      <a:gd name="connsiteX3" fmla="*/ 422276 w 843879"/>
                      <a:gd name="connsiteY3" fmla="*/ 0 h 4857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43879" h="485713">
                        <a:moveTo>
                          <a:pt x="843880" y="242857"/>
                        </a:moveTo>
                        <a:lnTo>
                          <a:pt x="422276" y="485714"/>
                        </a:lnTo>
                        <a:lnTo>
                          <a:pt x="0" y="242857"/>
                        </a:lnTo>
                        <a:lnTo>
                          <a:pt x="422276" y="0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0" name="Graphic 5">
                  <a:extLst>
                    <a:ext uri="{FF2B5EF4-FFF2-40B4-BE49-F238E27FC236}">
                      <a16:creationId xmlns:a16="http://schemas.microsoft.com/office/drawing/2014/main" id="{E8B846E8-22D1-C0F6-2697-8E59362ABFD0}"/>
                    </a:ext>
                  </a:extLst>
                </p:cNvPr>
                <p:cNvGrpSpPr/>
                <p:nvPr/>
              </p:nvGrpSpPr>
              <p:grpSpPr>
                <a:xfrm>
                  <a:off x="7032024" y="3529759"/>
                  <a:ext cx="843879" cy="965389"/>
                  <a:chOff x="7032024" y="3529759"/>
                  <a:chExt cx="843879" cy="965389"/>
                </a:xfrm>
                <a:noFill/>
              </p:grpSpPr>
              <p:sp>
                <p:nvSpPr>
                  <p:cNvPr id="75" name="Freeform 23">
                    <a:extLst>
                      <a:ext uri="{FF2B5EF4-FFF2-40B4-BE49-F238E27FC236}">
                        <a16:creationId xmlns:a16="http://schemas.microsoft.com/office/drawing/2014/main" id="{925F2783-F0C2-3806-A19E-48903225B7E2}"/>
                      </a:ext>
                    </a:extLst>
                  </p:cNvPr>
                  <p:cNvSpPr/>
                  <p:nvPr/>
                </p:nvSpPr>
                <p:spPr>
                  <a:xfrm>
                    <a:off x="7032024" y="3773287"/>
                    <a:ext cx="421604" cy="721862"/>
                  </a:xfrm>
                  <a:custGeom>
                    <a:avLst/>
                    <a:gdLst>
                      <a:gd name="connsiteX0" fmla="*/ 421604 w 421604"/>
                      <a:gd name="connsiteY0" fmla="*/ 721862 h 721862"/>
                      <a:gd name="connsiteX1" fmla="*/ 0 w 421604"/>
                      <a:gd name="connsiteY1" fmla="*/ 478334 h 721862"/>
                      <a:gd name="connsiteX2" fmla="*/ 0 w 421604"/>
                      <a:gd name="connsiteY2" fmla="*/ 0 h 721862"/>
                      <a:gd name="connsiteX3" fmla="*/ 421604 w 421604"/>
                      <a:gd name="connsiteY3" fmla="*/ 242857 h 7218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1604" h="721862">
                        <a:moveTo>
                          <a:pt x="421604" y="721862"/>
                        </a:moveTo>
                        <a:lnTo>
                          <a:pt x="0" y="478334"/>
                        </a:lnTo>
                        <a:lnTo>
                          <a:pt x="0" y="0"/>
                        </a:lnTo>
                        <a:lnTo>
                          <a:pt x="421604" y="242857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6" name="Freeform 24">
                    <a:extLst>
                      <a:ext uri="{FF2B5EF4-FFF2-40B4-BE49-F238E27FC236}">
                        <a16:creationId xmlns:a16="http://schemas.microsoft.com/office/drawing/2014/main" id="{E19BA65A-4199-2ECB-377E-E53D3EF7B6E9}"/>
                      </a:ext>
                    </a:extLst>
                  </p:cNvPr>
                  <p:cNvSpPr/>
                  <p:nvPr/>
                </p:nvSpPr>
                <p:spPr>
                  <a:xfrm>
                    <a:off x="7453629" y="3773287"/>
                    <a:ext cx="422275" cy="721862"/>
                  </a:xfrm>
                  <a:custGeom>
                    <a:avLst/>
                    <a:gdLst>
                      <a:gd name="connsiteX0" fmla="*/ 0 w 422275"/>
                      <a:gd name="connsiteY0" fmla="*/ 721862 h 721862"/>
                      <a:gd name="connsiteX1" fmla="*/ 422275 w 422275"/>
                      <a:gd name="connsiteY1" fmla="*/ 478334 h 721862"/>
                      <a:gd name="connsiteX2" fmla="*/ 422275 w 422275"/>
                      <a:gd name="connsiteY2" fmla="*/ 0 h 721862"/>
                      <a:gd name="connsiteX3" fmla="*/ 0 w 422275"/>
                      <a:gd name="connsiteY3" fmla="*/ 242857 h 7218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2275" h="721862">
                        <a:moveTo>
                          <a:pt x="0" y="721862"/>
                        </a:moveTo>
                        <a:lnTo>
                          <a:pt x="422275" y="478334"/>
                        </a:lnTo>
                        <a:lnTo>
                          <a:pt x="422275" y="0"/>
                        </a:lnTo>
                        <a:lnTo>
                          <a:pt x="0" y="242857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7" name="Freeform 25">
                    <a:extLst>
                      <a:ext uri="{FF2B5EF4-FFF2-40B4-BE49-F238E27FC236}">
                        <a16:creationId xmlns:a16="http://schemas.microsoft.com/office/drawing/2014/main" id="{97E1AAB1-A75F-12C3-9C59-E2266AD1016B}"/>
                      </a:ext>
                    </a:extLst>
                  </p:cNvPr>
                  <p:cNvSpPr/>
                  <p:nvPr/>
                </p:nvSpPr>
                <p:spPr>
                  <a:xfrm>
                    <a:off x="7032024" y="3529759"/>
                    <a:ext cx="843879" cy="486384"/>
                  </a:xfrm>
                  <a:custGeom>
                    <a:avLst/>
                    <a:gdLst>
                      <a:gd name="connsiteX0" fmla="*/ 843880 w 843879"/>
                      <a:gd name="connsiteY0" fmla="*/ 243528 h 486384"/>
                      <a:gd name="connsiteX1" fmla="*/ 421604 w 843879"/>
                      <a:gd name="connsiteY1" fmla="*/ 486385 h 486384"/>
                      <a:gd name="connsiteX2" fmla="*/ 0 w 843879"/>
                      <a:gd name="connsiteY2" fmla="*/ 243528 h 486384"/>
                      <a:gd name="connsiteX3" fmla="*/ 421604 w 843879"/>
                      <a:gd name="connsiteY3" fmla="*/ 0 h 486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43879" h="486384">
                        <a:moveTo>
                          <a:pt x="843880" y="243528"/>
                        </a:moveTo>
                        <a:lnTo>
                          <a:pt x="421604" y="486385"/>
                        </a:lnTo>
                        <a:lnTo>
                          <a:pt x="0" y="243528"/>
                        </a:lnTo>
                        <a:lnTo>
                          <a:pt x="421604" y="0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1" name="Graphic 5">
                  <a:extLst>
                    <a:ext uri="{FF2B5EF4-FFF2-40B4-BE49-F238E27FC236}">
                      <a16:creationId xmlns:a16="http://schemas.microsoft.com/office/drawing/2014/main" id="{822418BF-CA90-F0EF-CD35-4CB77B45587D}"/>
                    </a:ext>
                  </a:extLst>
                </p:cNvPr>
                <p:cNvGrpSpPr/>
                <p:nvPr/>
              </p:nvGrpSpPr>
              <p:grpSpPr>
                <a:xfrm>
                  <a:off x="7337486" y="2095427"/>
                  <a:ext cx="844551" cy="964718"/>
                  <a:chOff x="7337486" y="2095427"/>
                  <a:chExt cx="844551" cy="964718"/>
                </a:xfrm>
                <a:noFill/>
              </p:grpSpPr>
              <p:sp>
                <p:nvSpPr>
                  <p:cNvPr id="72" name="Freeform 27">
                    <a:extLst>
                      <a:ext uri="{FF2B5EF4-FFF2-40B4-BE49-F238E27FC236}">
                        <a16:creationId xmlns:a16="http://schemas.microsoft.com/office/drawing/2014/main" id="{C09624A1-C5DF-75A3-7BA9-7946EFC1E43D}"/>
                      </a:ext>
                    </a:extLst>
                  </p:cNvPr>
                  <p:cNvSpPr/>
                  <p:nvPr/>
                </p:nvSpPr>
                <p:spPr>
                  <a:xfrm>
                    <a:off x="7337486" y="2338284"/>
                    <a:ext cx="422275" cy="721861"/>
                  </a:xfrm>
                  <a:custGeom>
                    <a:avLst/>
                    <a:gdLst>
                      <a:gd name="connsiteX0" fmla="*/ 422276 w 422275"/>
                      <a:gd name="connsiteY0" fmla="*/ 721862 h 721861"/>
                      <a:gd name="connsiteX1" fmla="*/ 0 w 422275"/>
                      <a:gd name="connsiteY1" fmla="*/ 478334 h 721861"/>
                      <a:gd name="connsiteX2" fmla="*/ 0 w 422275"/>
                      <a:gd name="connsiteY2" fmla="*/ 0 h 721861"/>
                      <a:gd name="connsiteX3" fmla="*/ 422276 w 422275"/>
                      <a:gd name="connsiteY3" fmla="*/ 243528 h 7218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2275" h="721861">
                        <a:moveTo>
                          <a:pt x="422276" y="721862"/>
                        </a:moveTo>
                        <a:lnTo>
                          <a:pt x="0" y="478334"/>
                        </a:lnTo>
                        <a:lnTo>
                          <a:pt x="0" y="0"/>
                        </a:lnTo>
                        <a:lnTo>
                          <a:pt x="422276" y="243528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3" name="Freeform 28">
                    <a:extLst>
                      <a:ext uri="{FF2B5EF4-FFF2-40B4-BE49-F238E27FC236}">
                        <a16:creationId xmlns:a16="http://schemas.microsoft.com/office/drawing/2014/main" id="{C54A539A-ABEC-61E6-AC39-8DBE8B4E5438}"/>
                      </a:ext>
                    </a:extLst>
                  </p:cNvPr>
                  <p:cNvSpPr/>
                  <p:nvPr/>
                </p:nvSpPr>
                <p:spPr>
                  <a:xfrm>
                    <a:off x="7759762" y="2338284"/>
                    <a:ext cx="422275" cy="721861"/>
                  </a:xfrm>
                  <a:custGeom>
                    <a:avLst/>
                    <a:gdLst>
                      <a:gd name="connsiteX0" fmla="*/ 0 w 422275"/>
                      <a:gd name="connsiteY0" fmla="*/ 721862 h 721861"/>
                      <a:gd name="connsiteX1" fmla="*/ 422275 w 422275"/>
                      <a:gd name="connsiteY1" fmla="*/ 478334 h 721861"/>
                      <a:gd name="connsiteX2" fmla="*/ 422275 w 422275"/>
                      <a:gd name="connsiteY2" fmla="*/ 0 h 721861"/>
                      <a:gd name="connsiteX3" fmla="*/ 0 w 422275"/>
                      <a:gd name="connsiteY3" fmla="*/ 243528 h 7218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2275" h="721861">
                        <a:moveTo>
                          <a:pt x="0" y="721862"/>
                        </a:moveTo>
                        <a:lnTo>
                          <a:pt x="422275" y="478334"/>
                        </a:lnTo>
                        <a:lnTo>
                          <a:pt x="422275" y="0"/>
                        </a:lnTo>
                        <a:lnTo>
                          <a:pt x="0" y="243528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4" name="Freeform 29">
                    <a:extLst>
                      <a:ext uri="{FF2B5EF4-FFF2-40B4-BE49-F238E27FC236}">
                        <a16:creationId xmlns:a16="http://schemas.microsoft.com/office/drawing/2014/main" id="{43C60E1A-317A-5A01-5C72-CB4B54CA0AD3}"/>
                      </a:ext>
                    </a:extLst>
                  </p:cNvPr>
                  <p:cNvSpPr/>
                  <p:nvPr/>
                </p:nvSpPr>
                <p:spPr>
                  <a:xfrm>
                    <a:off x="7337486" y="2095427"/>
                    <a:ext cx="844551" cy="485713"/>
                  </a:xfrm>
                  <a:custGeom>
                    <a:avLst/>
                    <a:gdLst>
                      <a:gd name="connsiteX0" fmla="*/ 844551 w 844551"/>
                      <a:gd name="connsiteY0" fmla="*/ 242857 h 485713"/>
                      <a:gd name="connsiteX1" fmla="*/ 422276 w 844551"/>
                      <a:gd name="connsiteY1" fmla="*/ 485714 h 485713"/>
                      <a:gd name="connsiteX2" fmla="*/ 0 w 844551"/>
                      <a:gd name="connsiteY2" fmla="*/ 242857 h 485713"/>
                      <a:gd name="connsiteX3" fmla="*/ 422276 w 844551"/>
                      <a:gd name="connsiteY3" fmla="*/ 0 h 4857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44551" h="485713">
                        <a:moveTo>
                          <a:pt x="844551" y="242857"/>
                        </a:moveTo>
                        <a:lnTo>
                          <a:pt x="422276" y="485714"/>
                        </a:lnTo>
                        <a:lnTo>
                          <a:pt x="0" y="242857"/>
                        </a:lnTo>
                        <a:lnTo>
                          <a:pt x="422276" y="0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2" name="Graphic 5">
                  <a:extLst>
                    <a:ext uri="{FF2B5EF4-FFF2-40B4-BE49-F238E27FC236}">
                      <a16:creationId xmlns:a16="http://schemas.microsoft.com/office/drawing/2014/main" id="{9E9F5622-6E60-4940-BC6A-FB9EDDD8C64E}"/>
                    </a:ext>
                  </a:extLst>
                </p:cNvPr>
                <p:cNvGrpSpPr/>
                <p:nvPr/>
              </p:nvGrpSpPr>
              <p:grpSpPr>
                <a:xfrm>
                  <a:off x="8438491" y="2699215"/>
                  <a:ext cx="843879" cy="964718"/>
                  <a:chOff x="8438491" y="2699215"/>
                  <a:chExt cx="843879" cy="964718"/>
                </a:xfrm>
                <a:noFill/>
              </p:grpSpPr>
              <p:sp>
                <p:nvSpPr>
                  <p:cNvPr id="69" name="Freeform 31">
                    <a:extLst>
                      <a:ext uri="{FF2B5EF4-FFF2-40B4-BE49-F238E27FC236}">
                        <a16:creationId xmlns:a16="http://schemas.microsoft.com/office/drawing/2014/main" id="{1F55ED39-BC96-81CA-F217-F9506AA1BDCA}"/>
                      </a:ext>
                    </a:extLst>
                  </p:cNvPr>
                  <p:cNvSpPr/>
                  <p:nvPr/>
                </p:nvSpPr>
                <p:spPr>
                  <a:xfrm>
                    <a:off x="8438491" y="2942072"/>
                    <a:ext cx="422275" cy="721861"/>
                  </a:xfrm>
                  <a:custGeom>
                    <a:avLst/>
                    <a:gdLst>
                      <a:gd name="connsiteX0" fmla="*/ 422276 w 422275"/>
                      <a:gd name="connsiteY0" fmla="*/ 721862 h 721861"/>
                      <a:gd name="connsiteX1" fmla="*/ 0 w 422275"/>
                      <a:gd name="connsiteY1" fmla="*/ 479005 h 721861"/>
                      <a:gd name="connsiteX2" fmla="*/ 0 w 422275"/>
                      <a:gd name="connsiteY2" fmla="*/ 0 h 721861"/>
                      <a:gd name="connsiteX3" fmla="*/ 422276 w 422275"/>
                      <a:gd name="connsiteY3" fmla="*/ 243528 h 7218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2275" h="721861">
                        <a:moveTo>
                          <a:pt x="422276" y="721862"/>
                        </a:moveTo>
                        <a:lnTo>
                          <a:pt x="0" y="479005"/>
                        </a:lnTo>
                        <a:lnTo>
                          <a:pt x="0" y="0"/>
                        </a:lnTo>
                        <a:lnTo>
                          <a:pt x="422276" y="243528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0" name="Freeform 32">
                    <a:extLst>
                      <a:ext uri="{FF2B5EF4-FFF2-40B4-BE49-F238E27FC236}">
                        <a16:creationId xmlns:a16="http://schemas.microsoft.com/office/drawing/2014/main" id="{2A21A8CE-2ADE-B04F-8C2E-7A011E64C943}"/>
                      </a:ext>
                    </a:extLst>
                  </p:cNvPr>
                  <p:cNvSpPr/>
                  <p:nvPr/>
                </p:nvSpPr>
                <p:spPr>
                  <a:xfrm>
                    <a:off x="8860766" y="2942072"/>
                    <a:ext cx="421604" cy="721861"/>
                  </a:xfrm>
                  <a:custGeom>
                    <a:avLst/>
                    <a:gdLst>
                      <a:gd name="connsiteX0" fmla="*/ 0 w 421604"/>
                      <a:gd name="connsiteY0" fmla="*/ 721862 h 721861"/>
                      <a:gd name="connsiteX1" fmla="*/ 421604 w 421604"/>
                      <a:gd name="connsiteY1" fmla="*/ 479005 h 721861"/>
                      <a:gd name="connsiteX2" fmla="*/ 421604 w 421604"/>
                      <a:gd name="connsiteY2" fmla="*/ 0 h 721861"/>
                      <a:gd name="connsiteX3" fmla="*/ 0 w 421604"/>
                      <a:gd name="connsiteY3" fmla="*/ 243528 h 7218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1604" h="721861">
                        <a:moveTo>
                          <a:pt x="0" y="721862"/>
                        </a:moveTo>
                        <a:lnTo>
                          <a:pt x="421604" y="479005"/>
                        </a:lnTo>
                        <a:lnTo>
                          <a:pt x="421604" y="0"/>
                        </a:lnTo>
                        <a:lnTo>
                          <a:pt x="0" y="243528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71" name="Freeform 33">
                    <a:extLst>
                      <a:ext uri="{FF2B5EF4-FFF2-40B4-BE49-F238E27FC236}">
                        <a16:creationId xmlns:a16="http://schemas.microsoft.com/office/drawing/2014/main" id="{6DFEF67E-09C6-44F7-3E3B-C0B412B3237D}"/>
                      </a:ext>
                    </a:extLst>
                  </p:cNvPr>
                  <p:cNvSpPr/>
                  <p:nvPr/>
                </p:nvSpPr>
                <p:spPr>
                  <a:xfrm>
                    <a:off x="8438491" y="2699215"/>
                    <a:ext cx="843879" cy="485713"/>
                  </a:xfrm>
                  <a:custGeom>
                    <a:avLst/>
                    <a:gdLst>
                      <a:gd name="connsiteX0" fmla="*/ 843880 w 843879"/>
                      <a:gd name="connsiteY0" fmla="*/ 242857 h 485713"/>
                      <a:gd name="connsiteX1" fmla="*/ 422276 w 843879"/>
                      <a:gd name="connsiteY1" fmla="*/ 485714 h 485713"/>
                      <a:gd name="connsiteX2" fmla="*/ 0 w 843879"/>
                      <a:gd name="connsiteY2" fmla="*/ 242857 h 485713"/>
                      <a:gd name="connsiteX3" fmla="*/ 422276 w 843879"/>
                      <a:gd name="connsiteY3" fmla="*/ 0 h 4857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43879" h="485713">
                        <a:moveTo>
                          <a:pt x="843880" y="242857"/>
                        </a:moveTo>
                        <a:lnTo>
                          <a:pt x="422276" y="485714"/>
                        </a:lnTo>
                        <a:lnTo>
                          <a:pt x="0" y="242857"/>
                        </a:lnTo>
                        <a:lnTo>
                          <a:pt x="422276" y="0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3" name="Graphic 5">
                  <a:extLst>
                    <a:ext uri="{FF2B5EF4-FFF2-40B4-BE49-F238E27FC236}">
                      <a16:creationId xmlns:a16="http://schemas.microsoft.com/office/drawing/2014/main" id="{A1764B53-F3DB-3194-B300-292619CFCE22}"/>
                    </a:ext>
                  </a:extLst>
                </p:cNvPr>
                <p:cNvGrpSpPr/>
                <p:nvPr/>
              </p:nvGrpSpPr>
              <p:grpSpPr>
                <a:xfrm>
                  <a:off x="4816589" y="2304741"/>
                  <a:ext cx="843879" cy="964718"/>
                  <a:chOff x="4816589" y="2304741"/>
                  <a:chExt cx="843879" cy="964718"/>
                </a:xfrm>
                <a:noFill/>
              </p:grpSpPr>
              <p:sp>
                <p:nvSpPr>
                  <p:cNvPr id="66" name="Freeform 35">
                    <a:extLst>
                      <a:ext uri="{FF2B5EF4-FFF2-40B4-BE49-F238E27FC236}">
                        <a16:creationId xmlns:a16="http://schemas.microsoft.com/office/drawing/2014/main" id="{93384F5B-09B5-0D77-D3BF-C42AF4AB017C}"/>
                      </a:ext>
                    </a:extLst>
                  </p:cNvPr>
                  <p:cNvSpPr/>
                  <p:nvPr/>
                </p:nvSpPr>
                <p:spPr>
                  <a:xfrm>
                    <a:off x="4816589" y="2547597"/>
                    <a:ext cx="421604" cy="721862"/>
                  </a:xfrm>
                  <a:custGeom>
                    <a:avLst/>
                    <a:gdLst>
                      <a:gd name="connsiteX0" fmla="*/ 421604 w 421604"/>
                      <a:gd name="connsiteY0" fmla="*/ 721862 h 721862"/>
                      <a:gd name="connsiteX1" fmla="*/ 0 w 421604"/>
                      <a:gd name="connsiteY1" fmla="*/ 478334 h 721862"/>
                      <a:gd name="connsiteX2" fmla="*/ 0 w 421604"/>
                      <a:gd name="connsiteY2" fmla="*/ 0 h 721862"/>
                      <a:gd name="connsiteX3" fmla="*/ 421604 w 421604"/>
                      <a:gd name="connsiteY3" fmla="*/ 242857 h 7218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1604" h="721862">
                        <a:moveTo>
                          <a:pt x="421604" y="721862"/>
                        </a:moveTo>
                        <a:lnTo>
                          <a:pt x="0" y="478334"/>
                        </a:lnTo>
                        <a:lnTo>
                          <a:pt x="0" y="0"/>
                        </a:lnTo>
                        <a:lnTo>
                          <a:pt x="421604" y="242857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67" name="Freeform 36">
                    <a:extLst>
                      <a:ext uri="{FF2B5EF4-FFF2-40B4-BE49-F238E27FC236}">
                        <a16:creationId xmlns:a16="http://schemas.microsoft.com/office/drawing/2014/main" id="{A4403FE7-53EE-DCA4-85D0-BDC66B35F971}"/>
                      </a:ext>
                    </a:extLst>
                  </p:cNvPr>
                  <p:cNvSpPr/>
                  <p:nvPr/>
                </p:nvSpPr>
                <p:spPr>
                  <a:xfrm>
                    <a:off x="5238193" y="2547597"/>
                    <a:ext cx="422275" cy="721862"/>
                  </a:xfrm>
                  <a:custGeom>
                    <a:avLst/>
                    <a:gdLst>
                      <a:gd name="connsiteX0" fmla="*/ 0 w 422275"/>
                      <a:gd name="connsiteY0" fmla="*/ 721862 h 721862"/>
                      <a:gd name="connsiteX1" fmla="*/ 422276 w 422275"/>
                      <a:gd name="connsiteY1" fmla="*/ 478334 h 721862"/>
                      <a:gd name="connsiteX2" fmla="*/ 422276 w 422275"/>
                      <a:gd name="connsiteY2" fmla="*/ 0 h 721862"/>
                      <a:gd name="connsiteX3" fmla="*/ 0 w 422275"/>
                      <a:gd name="connsiteY3" fmla="*/ 242857 h 7218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2275" h="721862">
                        <a:moveTo>
                          <a:pt x="0" y="721862"/>
                        </a:moveTo>
                        <a:lnTo>
                          <a:pt x="422276" y="478334"/>
                        </a:lnTo>
                        <a:lnTo>
                          <a:pt x="422276" y="0"/>
                        </a:lnTo>
                        <a:lnTo>
                          <a:pt x="0" y="242857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68" name="Freeform 37">
                    <a:extLst>
                      <a:ext uri="{FF2B5EF4-FFF2-40B4-BE49-F238E27FC236}">
                        <a16:creationId xmlns:a16="http://schemas.microsoft.com/office/drawing/2014/main" id="{CD0D0474-1FEF-CF81-538C-DB8B7DDF9B25}"/>
                      </a:ext>
                    </a:extLst>
                  </p:cNvPr>
                  <p:cNvSpPr/>
                  <p:nvPr/>
                </p:nvSpPr>
                <p:spPr>
                  <a:xfrm>
                    <a:off x="4816589" y="2304741"/>
                    <a:ext cx="843879" cy="485713"/>
                  </a:xfrm>
                  <a:custGeom>
                    <a:avLst/>
                    <a:gdLst>
                      <a:gd name="connsiteX0" fmla="*/ 843880 w 843879"/>
                      <a:gd name="connsiteY0" fmla="*/ 242857 h 485713"/>
                      <a:gd name="connsiteX1" fmla="*/ 421604 w 843879"/>
                      <a:gd name="connsiteY1" fmla="*/ 485714 h 485713"/>
                      <a:gd name="connsiteX2" fmla="*/ 0 w 843879"/>
                      <a:gd name="connsiteY2" fmla="*/ 242857 h 485713"/>
                      <a:gd name="connsiteX3" fmla="*/ 421604 w 843879"/>
                      <a:gd name="connsiteY3" fmla="*/ 0 h 4857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43879" h="485713">
                        <a:moveTo>
                          <a:pt x="843880" y="242857"/>
                        </a:moveTo>
                        <a:lnTo>
                          <a:pt x="421604" y="485714"/>
                        </a:lnTo>
                        <a:lnTo>
                          <a:pt x="0" y="242857"/>
                        </a:lnTo>
                        <a:lnTo>
                          <a:pt x="421604" y="0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4" name="Graphic 5">
                  <a:extLst>
                    <a:ext uri="{FF2B5EF4-FFF2-40B4-BE49-F238E27FC236}">
                      <a16:creationId xmlns:a16="http://schemas.microsoft.com/office/drawing/2014/main" id="{80082D6D-0B2A-A30C-0A34-9448AED23C36}"/>
                    </a:ext>
                  </a:extLst>
                </p:cNvPr>
                <p:cNvGrpSpPr/>
                <p:nvPr/>
              </p:nvGrpSpPr>
              <p:grpSpPr>
                <a:xfrm>
                  <a:off x="6274748" y="1472184"/>
                  <a:ext cx="843879" cy="965389"/>
                  <a:chOff x="6274748" y="1472184"/>
                  <a:chExt cx="843879" cy="965389"/>
                </a:xfrm>
                <a:noFill/>
              </p:grpSpPr>
              <p:sp>
                <p:nvSpPr>
                  <p:cNvPr id="63" name="Freeform 39">
                    <a:extLst>
                      <a:ext uri="{FF2B5EF4-FFF2-40B4-BE49-F238E27FC236}">
                        <a16:creationId xmlns:a16="http://schemas.microsoft.com/office/drawing/2014/main" id="{FBB670DD-A33E-7F0E-AB57-ECAC54192AB6}"/>
                      </a:ext>
                    </a:extLst>
                  </p:cNvPr>
                  <p:cNvSpPr/>
                  <p:nvPr/>
                </p:nvSpPr>
                <p:spPr>
                  <a:xfrm>
                    <a:off x="6274748" y="1715712"/>
                    <a:ext cx="421604" cy="721862"/>
                  </a:xfrm>
                  <a:custGeom>
                    <a:avLst/>
                    <a:gdLst>
                      <a:gd name="connsiteX0" fmla="*/ 421604 w 421604"/>
                      <a:gd name="connsiteY0" fmla="*/ 721862 h 721862"/>
                      <a:gd name="connsiteX1" fmla="*/ 0 w 421604"/>
                      <a:gd name="connsiteY1" fmla="*/ 478334 h 721862"/>
                      <a:gd name="connsiteX2" fmla="*/ 0 w 421604"/>
                      <a:gd name="connsiteY2" fmla="*/ 0 h 721862"/>
                      <a:gd name="connsiteX3" fmla="*/ 421604 w 421604"/>
                      <a:gd name="connsiteY3" fmla="*/ 242857 h 7218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1604" h="721862">
                        <a:moveTo>
                          <a:pt x="421604" y="721862"/>
                        </a:moveTo>
                        <a:lnTo>
                          <a:pt x="0" y="478334"/>
                        </a:lnTo>
                        <a:lnTo>
                          <a:pt x="0" y="0"/>
                        </a:lnTo>
                        <a:lnTo>
                          <a:pt x="421604" y="242857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64" name="Freeform 40">
                    <a:extLst>
                      <a:ext uri="{FF2B5EF4-FFF2-40B4-BE49-F238E27FC236}">
                        <a16:creationId xmlns:a16="http://schemas.microsoft.com/office/drawing/2014/main" id="{42650CC3-2ADD-BC5A-97F8-EBD4FF3754B2}"/>
                      </a:ext>
                    </a:extLst>
                  </p:cNvPr>
                  <p:cNvSpPr/>
                  <p:nvPr/>
                </p:nvSpPr>
                <p:spPr>
                  <a:xfrm>
                    <a:off x="6696352" y="1715712"/>
                    <a:ext cx="422275" cy="721862"/>
                  </a:xfrm>
                  <a:custGeom>
                    <a:avLst/>
                    <a:gdLst>
                      <a:gd name="connsiteX0" fmla="*/ 0 w 422275"/>
                      <a:gd name="connsiteY0" fmla="*/ 721862 h 721862"/>
                      <a:gd name="connsiteX1" fmla="*/ 422276 w 422275"/>
                      <a:gd name="connsiteY1" fmla="*/ 478334 h 721862"/>
                      <a:gd name="connsiteX2" fmla="*/ 422276 w 422275"/>
                      <a:gd name="connsiteY2" fmla="*/ 0 h 721862"/>
                      <a:gd name="connsiteX3" fmla="*/ 0 w 422275"/>
                      <a:gd name="connsiteY3" fmla="*/ 242857 h 7218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2275" h="721862">
                        <a:moveTo>
                          <a:pt x="0" y="721862"/>
                        </a:moveTo>
                        <a:lnTo>
                          <a:pt x="422276" y="478334"/>
                        </a:lnTo>
                        <a:lnTo>
                          <a:pt x="422276" y="0"/>
                        </a:lnTo>
                        <a:lnTo>
                          <a:pt x="0" y="242857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65" name="Freeform 41">
                    <a:extLst>
                      <a:ext uri="{FF2B5EF4-FFF2-40B4-BE49-F238E27FC236}">
                        <a16:creationId xmlns:a16="http://schemas.microsoft.com/office/drawing/2014/main" id="{090EC04C-9883-B1C3-C2EF-A5B57A86EE4A}"/>
                      </a:ext>
                    </a:extLst>
                  </p:cNvPr>
                  <p:cNvSpPr/>
                  <p:nvPr/>
                </p:nvSpPr>
                <p:spPr>
                  <a:xfrm>
                    <a:off x="6274748" y="1472184"/>
                    <a:ext cx="843879" cy="486384"/>
                  </a:xfrm>
                  <a:custGeom>
                    <a:avLst/>
                    <a:gdLst>
                      <a:gd name="connsiteX0" fmla="*/ 843880 w 843879"/>
                      <a:gd name="connsiteY0" fmla="*/ 243528 h 486384"/>
                      <a:gd name="connsiteX1" fmla="*/ 421604 w 843879"/>
                      <a:gd name="connsiteY1" fmla="*/ 486385 h 486384"/>
                      <a:gd name="connsiteX2" fmla="*/ 0 w 843879"/>
                      <a:gd name="connsiteY2" fmla="*/ 243528 h 486384"/>
                      <a:gd name="connsiteX3" fmla="*/ 421604 w 843879"/>
                      <a:gd name="connsiteY3" fmla="*/ 0 h 486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43879" h="486384">
                        <a:moveTo>
                          <a:pt x="843880" y="243528"/>
                        </a:moveTo>
                        <a:lnTo>
                          <a:pt x="421604" y="486385"/>
                        </a:lnTo>
                        <a:lnTo>
                          <a:pt x="0" y="243528"/>
                        </a:lnTo>
                        <a:lnTo>
                          <a:pt x="421604" y="0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5" name="Graphic 5">
                  <a:extLst>
                    <a:ext uri="{FF2B5EF4-FFF2-40B4-BE49-F238E27FC236}">
                      <a16:creationId xmlns:a16="http://schemas.microsoft.com/office/drawing/2014/main" id="{C04AC457-872A-142D-A371-F3B9BFBF2A1D}"/>
                    </a:ext>
                  </a:extLst>
                </p:cNvPr>
                <p:cNvGrpSpPr/>
                <p:nvPr/>
              </p:nvGrpSpPr>
              <p:grpSpPr>
                <a:xfrm>
                  <a:off x="8796317" y="1270251"/>
                  <a:ext cx="843879" cy="964718"/>
                  <a:chOff x="8796317" y="1270251"/>
                  <a:chExt cx="843879" cy="964718"/>
                </a:xfrm>
                <a:noFill/>
              </p:grpSpPr>
              <p:sp>
                <p:nvSpPr>
                  <p:cNvPr id="60" name="Freeform 43">
                    <a:extLst>
                      <a:ext uri="{FF2B5EF4-FFF2-40B4-BE49-F238E27FC236}">
                        <a16:creationId xmlns:a16="http://schemas.microsoft.com/office/drawing/2014/main" id="{793F9D72-729B-A31A-6B55-FCB240193B6F}"/>
                      </a:ext>
                    </a:extLst>
                  </p:cNvPr>
                  <p:cNvSpPr/>
                  <p:nvPr/>
                </p:nvSpPr>
                <p:spPr>
                  <a:xfrm>
                    <a:off x="8796317" y="1513108"/>
                    <a:ext cx="421604" cy="721862"/>
                  </a:xfrm>
                  <a:custGeom>
                    <a:avLst/>
                    <a:gdLst>
                      <a:gd name="connsiteX0" fmla="*/ 421605 w 421604"/>
                      <a:gd name="connsiteY0" fmla="*/ 721862 h 721862"/>
                      <a:gd name="connsiteX1" fmla="*/ 0 w 421604"/>
                      <a:gd name="connsiteY1" fmla="*/ 478334 h 721862"/>
                      <a:gd name="connsiteX2" fmla="*/ 0 w 421604"/>
                      <a:gd name="connsiteY2" fmla="*/ 0 h 721862"/>
                      <a:gd name="connsiteX3" fmla="*/ 421605 w 421604"/>
                      <a:gd name="connsiteY3" fmla="*/ 243528 h 7218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1604" h="721862">
                        <a:moveTo>
                          <a:pt x="421605" y="721862"/>
                        </a:moveTo>
                        <a:lnTo>
                          <a:pt x="0" y="478334"/>
                        </a:lnTo>
                        <a:lnTo>
                          <a:pt x="0" y="0"/>
                        </a:lnTo>
                        <a:lnTo>
                          <a:pt x="421605" y="243528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61" name="Freeform 44">
                    <a:extLst>
                      <a:ext uri="{FF2B5EF4-FFF2-40B4-BE49-F238E27FC236}">
                        <a16:creationId xmlns:a16="http://schemas.microsoft.com/office/drawing/2014/main" id="{49EFAB92-9AB3-565C-5C27-EF108D170E65}"/>
                      </a:ext>
                    </a:extLst>
                  </p:cNvPr>
                  <p:cNvSpPr/>
                  <p:nvPr/>
                </p:nvSpPr>
                <p:spPr>
                  <a:xfrm>
                    <a:off x="9217921" y="1513108"/>
                    <a:ext cx="422275" cy="721862"/>
                  </a:xfrm>
                  <a:custGeom>
                    <a:avLst/>
                    <a:gdLst>
                      <a:gd name="connsiteX0" fmla="*/ 0 w 422275"/>
                      <a:gd name="connsiteY0" fmla="*/ 721862 h 721862"/>
                      <a:gd name="connsiteX1" fmla="*/ 422275 w 422275"/>
                      <a:gd name="connsiteY1" fmla="*/ 478334 h 721862"/>
                      <a:gd name="connsiteX2" fmla="*/ 422275 w 422275"/>
                      <a:gd name="connsiteY2" fmla="*/ 0 h 721862"/>
                      <a:gd name="connsiteX3" fmla="*/ 0 w 422275"/>
                      <a:gd name="connsiteY3" fmla="*/ 243528 h 7218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2275" h="721862">
                        <a:moveTo>
                          <a:pt x="0" y="721862"/>
                        </a:moveTo>
                        <a:lnTo>
                          <a:pt x="422275" y="478334"/>
                        </a:lnTo>
                        <a:lnTo>
                          <a:pt x="422275" y="0"/>
                        </a:lnTo>
                        <a:lnTo>
                          <a:pt x="0" y="243528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62" name="Freeform 45">
                    <a:extLst>
                      <a:ext uri="{FF2B5EF4-FFF2-40B4-BE49-F238E27FC236}">
                        <a16:creationId xmlns:a16="http://schemas.microsoft.com/office/drawing/2014/main" id="{2F3D349E-FD5A-C43B-FF12-618214A06CAC}"/>
                      </a:ext>
                    </a:extLst>
                  </p:cNvPr>
                  <p:cNvSpPr/>
                  <p:nvPr/>
                </p:nvSpPr>
                <p:spPr>
                  <a:xfrm>
                    <a:off x="8796317" y="1270251"/>
                    <a:ext cx="843879" cy="485713"/>
                  </a:xfrm>
                  <a:custGeom>
                    <a:avLst/>
                    <a:gdLst>
                      <a:gd name="connsiteX0" fmla="*/ 843880 w 843879"/>
                      <a:gd name="connsiteY0" fmla="*/ 242857 h 485713"/>
                      <a:gd name="connsiteX1" fmla="*/ 421605 w 843879"/>
                      <a:gd name="connsiteY1" fmla="*/ 485714 h 485713"/>
                      <a:gd name="connsiteX2" fmla="*/ 0 w 843879"/>
                      <a:gd name="connsiteY2" fmla="*/ 242857 h 485713"/>
                      <a:gd name="connsiteX3" fmla="*/ 421605 w 843879"/>
                      <a:gd name="connsiteY3" fmla="*/ 0 h 4857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43879" h="485713">
                        <a:moveTo>
                          <a:pt x="843880" y="242857"/>
                        </a:moveTo>
                        <a:lnTo>
                          <a:pt x="421605" y="485714"/>
                        </a:lnTo>
                        <a:lnTo>
                          <a:pt x="0" y="242857"/>
                        </a:lnTo>
                        <a:lnTo>
                          <a:pt x="421605" y="0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  <p:grpSp>
              <p:nvGrpSpPr>
                <p:cNvPr id="56" name="Graphic 5">
                  <a:extLst>
                    <a:ext uri="{FF2B5EF4-FFF2-40B4-BE49-F238E27FC236}">
                      <a16:creationId xmlns:a16="http://schemas.microsoft.com/office/drawing/2014/main" id="{DE3CE23B-B575-9378-0FA6-FBFF49A8EA7C}"/>
                    </a:ext>
                  </a:extLst>
                </p:cNvPr>
                <p:cNvGrpSpPr/>
                <p:nvPr/>
              </p:nvGrpSpPr>
              <p:grpSpPr>
                <a:xfrm>
                  <a:off x="7732908" y="647007"/>
                  <a:ext cx="843879" cy="965389"/>
                  <a:chOff x="7732908" y="647007"/>
                  <a:chExt cx="843879" cy="965389"/>
                </a:xfrm>
                <a:noFill/>
              </p:grpSpPr>
              <p:sp>
                <p:nvSpPr>
                  <p:cNvPr id="57" name="Freeform 47">
                    <a:extLst>
                      <a:ext uri="{FF2B5EF4-FFF2-40B4-BE49-F238E27FC236}">
                        <a16:creationId xmlns:a16="http://schemas.microsoft.com/office/drawing/2014/main" id="{26876E29-969B-3E77-2CC0-169D723004C3}"/>
                      </a:ext>
                    </a:extLst>
                  </p:cNvPr>
                  <p:cNvSpPr/>
                  <p:nvPr/>
                </p:nvSpPr>
                <p:spPr>
                  <a:xfrm>
                    <a:off x="7732908" y="890535"/>
                    <a:ext cx="422275" cy="721861"/>
                  </a:xfrm>
                  <a:custGeom>
                    <a:avLst/>
                    <a:gdLst>
                      <a:gd name="connsiteX0" fmla="*/ 422275 w 422275"/>
                      <a:gd name="connsiteY0" fmla="*/ 721862 h 721861"/>
                      <a:gd name="connsiteX1" fmla="*/ 0 w 422275"/>
                      <a:gd name="connsiteY1" fmla="*/ 478334 h 721861"/>
                      <a:gd name="connsiteX2" fmla="*/ 0 w 422275"/>
                      <a:gd name="connsiteY2" fmla="*/ 0 h 721861"/>
                      <a:gd name="connsiteX3" fmla="*/ 422275 w 422275"/>
                      <a:gd name="connsiteY3" fmla="*/ 242857 h 7218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2275" h="721861">
                        <a:moveTo>
                          <a:pt x="422275" y="721862"/>
                        </a:moveTo>
                        <a:lnTo>
                          <a:pt x="0" y="478334"/>
                        </a:lnTo>
                        <a:lnTo>
                          <a:pt x="0" y="0"/>
                        </a:lnTo>
                        <a:lnTo>
                          <a:pt x="422275" y="242857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58" name="Freeform 48">
                    <a:extLst>
                      <a:ext uri="{FF2B5EF4-FFF2-40B4-BE49-F238E27FC236}">
                        <a16:creationId xmlns:a16="http://schemas.microsoft.com/office/drawing/2014/main" id="{4EF6C532-626B-3EFC-0B19-72F2CC1A417A}"/>
                      </a:ext>
                    </a:extLst>
                  </p:cNvPr>
                  <p:cNvSpPr/>
                  <p:nvPr/>
                </p:nvSpPr>
                <p:spPr>
                  <a:xfrm>
                    <a:off x="8155183" y="890535"/>
                    <a:ext cx="421604" cy="721861"/>
                  </a:xfrm>
                  <a:custGeom>
                    <a:avLst/>
                    <a:gdLst>
                      <a:gd name="connsiteX0" fmla="*/ 0 w 421604"/>
                      <a:gd name="connsiteY0" fmla="*/ 721862 h 721861"/>
                      <a:gd name="connsiteX1" fmla="*/ 421604 w 421604"/>
                      <a:gd name="connsiteY1" fmla="*/ 478334 h 721861"/>
                      <a:gd name="connsiteX2" fmla="*/ 421604 w 421604"/>
                      <a:gd name="connsiteY2" fmla="*/ 0 h 721861"/>
                      <a:gd name="connsiteX3" fmla="*/ 0 w 421604"/>
                      <a:gd name="connsiteY3" fmla="*/ 242857 h 7218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21604" h="721861">
                        <a:moveTo>
                          <a:pt x="0" y="721862"/>
                        </a:moveTo>
                        <a:lnTo>
                          <a:pt x="421604" y="478334"/>
                        </a:lnTo>
                        <a:lnTo>
                          <a:pt x="421604" y="0"/>
                        </a:lnTo>
                        <a:lnTo>
                          <a:pt x="0" y="242857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  <p:sp>
                <p:nvSpPr>
                  <p:cNvPr id="59" name="Freeform 49">
                    <a:extLst>
                      <a:ext uri="{FF2B5EF4-FFF2-40B4-BE49-F238E27FC236}">
                        <a16:creationId xmlns:a16="http://schemas.microsoft.com/office/drawing/2014/main" id="{6DD304B2-5A05-4E4C-E87C-92EDC8EEBD1A}"/>
                      </a:ext>
                    </a:extLst>
                  </p:cNvPr>
                  <p:cNvSpPr/>
                  <p:nvPr/>
                </p:nvSpPr>
                <p:spPr>
                  <a:xfrm>
                    <a:off x="7732908" y="647007"/>
                    <a:ext cx="843879" cy="486384"/>
                  </a:xfrm>
                  <a:custGeom>
                    <a:avLst/>
                    <a:gdLst>
                      <a:gd name="connsiteX0" fmla="*/ 843880 w 843879"/>
                      <a:gd name="connsiteY0" fmla="*/ 243528 h 486384"/>
                      <a:gd name="connsiteX1" fmla="*/ 422275 w 843879"/>
                      <a:gd name="connsiteY1" fmla="*/ 486385 h 486384"/>
                      <a:gd name="connsiteX2" fmla="*/ 0 w 843879"/>
                      <a:gd name="connsiteY2" fmla="*/ 243528 h 486384"/>
                      <a:gd name="connsiteX3" fmla="*/ 422275 w 843879"/>
                      <a:gd name="connsiteY3" fmla="*/ 0 h 4863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843879" h="486384">
                        <a:moveTo>
                          <a:pt x="843880" y="243528"/>
                        </a:moveTo>
                        <a:lnTo>
                          <a:pt x="422275" y="486385"/>
                        </a:lnTo>
                        <a:lnTo>
                          <a:pt x="0" y="243528"/>
                        </a:lnTo>
                        <a:lnTo>
                          <a:pt x="422275" y="0"/>
                        </a:lnTo>
                        <a:close/>
                      </a:path>
                    </a:pathLst>
                  </a:custGeom>
                  <a:noFill/>
                  <a:ln w="1676" cap="flat">
                    <a:solidFill>
                      <a:schemeClr val="tx2"/>
                    </a:solidFill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BR"/>
                  </a:p>
                </p:txBody>
              </p:sp>
            </p:grpSp>
          </p:grpSp>
          <p:grpSp>
            <p:nvGrpSpPr>
              <p:cNvPr id="19" name="Graphic 5">
                <a:extLst>
                  <a:ext uri="{FF2B5EF4-FFF2-40B4-BE49-F238E27FC236}">
                    <a16:creationId xmlns:a16="http://schemas.microsoft.com/office/drawing/2014/main" id="{9525B2BE-5505-4959-BE15-7F519B53C14B}"/>
                  </a:ext>
                </a:extLst>
              </p:cNvPr>
              <p:cNvGrpSpPr/>
              <p:nvPr/>
            </p:nvGrpSpPr>
            <p:grpSpPr>
              <a:xfrm>
                <a:off x="7850393" y="3284219"/>
                <a:ext cx="815011" cy="473638"/>
                <a:chOff x="7850393" y="3284219"/>
                <a:chExt cx="815011" cy="473638"/>
              </a:xfrm>
              <a:solidFill>
                <a:srgbClr val="141316"/>
              </a:solidFill>
            </p:grpSpPr>
            <p:sp>
              <p:nvSpPr>
                <p:cNvPr id="47" name="Freeform 51">
                  <a:extLst>
                    <a:ext uri="{FF2B5EF4-FFF2-40B4-BE49-F238E27FC236}">
                      <a16:creationId xmlns:a16="http://schemas.microsoft.com/office/drawing/2014/main" id="{4303B3F1-2043-73B7-9536-F8DF25F805E0}"/>
                    </a:ext>
                  </a:extLst>
                </p:cNvPr>
                <p:cNvSpPr/>
                <p:nvPr/>
              </p:nvSpPr>
              <p:spPr>
                <a:xfrm>
                  <a:off x="8627810" y="3284219"/>
                  <a:ext cx="37595" cy="37569"/>
                </a:xfrm>
                <a:custGeom>
                  <a:avLst/>
                  <a:gdLst>
                    <a:gd name="connsiteX0" fmla="*/ 37595 w 37595"/>
                    <a:gd name="connsiteY0" fmla="*/ 18785 h 37569"/>
                    <a:gd name="connsiteX1" fmla="*/ 18798 w 37595"/>
                    <a:gd name="connsiteY1" fmla="*/ 37569 h 37569"/>
                    <a:gd name="connsiteX2" fmla="*/ 0 w 37595"/>
                    <a:gd name="connsiteY2" fmla="*/ 18785 h 37569"/>
                    <a:gd name="connsiteX3" fmla="*/ 18798 w 37595"/>
                    <a:gd name="connsiteY3" fmla="*/ 0 h 37569"/>
                    <a:gd name="connsiteX4" fmla="*/ 37595 w 37595"/>
                    <a:gd name="connsiteY4" fmla="*/ 18785 h 3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595" h="37569">
                      <a:moveTo>
                        <a:pt x="37595" y="18785"/>
                      </a:moveTo>
                      <a:cubicBezTo>
                        <a:pt x="37595" y="29159"/>
                        <a:pt x="29179" y="37569"/>
                        <a:pt x="18798" y="37569"/>
                      </a:cubicBezTo>
                      <a:cubicBezTo>
                        <a:pt x="8416" y="37569"/>
                        <a:pt x="0" y="29159"/>
                        <a:pt x="0" y="18785"/>
                      </a:cubicBezTo>
                      <a:cubicBezTo>
                        <a:pt x="0" y="8410"/>
                        <a:pt x="8416" y="0"/>
                        <a:pt x="18798" y="0"/>
                      </a:cubicBezTo>
                      <a:cubicBezTo>
                        <a:pt x="29179" y="0"/>
                        <a:pt x="37595" y="8410"/>
                        <a:pt x="37595" y="1878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7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48" name="Freeform 52">
                  <a:extLst>
                    <a:ext uri="{FF2B5EF4-FFF2-40B4-BE49-F238E27FC236}">
                      <a16:creationId xmlns:a16="http://schemas.microsoft.com/office/drawing/2014/main" id="{A1EBD16C-194B-9E80-E721-0942892F143C}"/>
                    </a:ext>
                  </a:extLst>
                </p:cNvPr>
                <p:cNvSpPr/>
                <p:nvPr/>
              </p:nvSpPr>
              <p:spPr>
                <a:xfrm>
                  <a:off x="7850393" y="3298307"/>
                  <a:ext cx="796214" cy="459549"/>
                </a:xfrm>
                <a:custGeom>
                  <a:avLst/>
                  <a:gdLst>
                    <a:gd name="connsiteX0" fmla="*/ 0 w 796214"/>
                    <a:gd name="connsiteY0" fmla="*/ 459550 h 459549"/>
                    <a:gd name="connsiteX1" fmla="*/ 796214 w 796214"/>
                    <a:gd name="connsiteY1" fmla="*/ 0 h 4595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96214" h="459549">
                      <a:moveTo>
                        <a:pt x="0" y="459550"/>
                      </a:moveTo>
                      <a:lnTo>
                        <a:pt x="796214" y="0"/>
                      </a:lnTo>
                    </a:path>
                  </a:pathLst>
                </a:custGeom>
                <a:ln w="1676" cap="flat">
                  <a:solidFill>
                    <a:schemeClr val="tx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0" name="Graphic 5">
                <a:extLst>
                  <a:ext uri="{FF2B5EF4-FFF2-40B4-BE49-F238E27FC236}">
                    <a16:creationId xmlns:a16="http://schemas.microsoft.com/office/drawing/2014/main" id="{05CD0138-8DBC-1DEA-5927-0AF86DF1A813}"/>
                  </a:ext>
                </a:extLst>
              </p:cNvPr>
              <p:cNvGrpSpPr/>
              <p:nvPr/>
            </p:nvGrpSpPr>
            <p:grpSpPr>
              <a:xfrm>
                <a:off x="8178009" y="1834457"/>
                <a:ext cx="852607" cy="500473"/>
                <a:chOff x="8178009" y="1834457"/>
                <a:chExt cx="852607" cy="500473"/>
              </a:xfrm>
              <a:solidFill>
                <a:srgbClr val="141316"/>
              </a:solidFill>
            </p:grpSpPr>
            <p:sp>
              <p:nvSpPr>
                <p:cNvPr id="45" name="Freeform 54">
                  <a:extLst>
                    <a:ext uri="{FF2B5EF4-FFF2-40B4-BE49-F238E27FC236}">
                      <a16:creationId xmlns:a16="http://schemas.microsoft.com/office/drawing/2014/main" id="{D804AAC9-473C-360C-2F5A-0F0EB29CE0F3}"/>
                    </a:ext>
                  </a:extLst>
                </p:cNvPr>
                <p:cNvSpPr/>
                <p:nvPr/>
              </p:nvSpPr>
              <p:spPr>
                <a:xfrm>
                  <a:off x="8178009" y="1853241"/>
                  <a:ext cx="833809" cy="481688"/>
                </a:xfrm>
                <a:custGeom>
                  <a:avLst/>
                  <a:gdLst>
                    <a:gd name="connsiteX0" fmla="*/ 0 w 833809"/>
                    <a:gd name="connsiteY0" fmla="*/ 481689 h 481688"/>
                    <a:gd name="connsiteX1" fmla="*/ 833810 w 833809"/>
                    <a:gd name="connsiteY1" fmla="*/ 0 h 481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33809" h="481688">
                      <a:moveTo>
                        <a:pt x="0" y="481689"/>
                      </a:moveTo>
                      <a:lnTo>
                        <a:pt x="833810" y="0"/>
                      </a:lnTo>
                    </a:path>
                  </a:pathLst>
                </a:custGeom>
                <a:ln w="1676" cap="flat">
                  <a:solidFill>
                    <a:schemeClr val="tx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46" name="Freeform 55">
                  <a:extLst>
                    <a:ext uri="{FF2B5EF4-FFF2-40B4-BE49-F238E27FC236}">
                      <a16:creationId xmlns:a16="http://schemas.microsoft.com/office/drawing/2014/main" id="{AC25CFB0-62F7-5A7B-462B-E6DBE1B5E6B1}"/>
                    </a:ext>
                  </a:extLst>
                </p:cNvPr>
                <p:cNvSpPr/>
                <p:nvPr/>
              </p:nvSpPr>
              <p:spPr>
                <a:xfrm>
                  <a:off x="8993021" y="1834457"/>
                  <a:ext cx="37595" cy="37569"/>
                </a:xfrm>
                <a:custGeom>
                  <a:avLst/>
                  <a:gdLst>
                    <a:gd name="connsiteX0" fmla="*/ 37595 w 37595"/>
                    <a:gd name="connsiteY0" fmla="*/ 18784 h 37569"/>
                    <a:gd name="connsiteX1" fmla="*/ 18798 w 37595"/>
                    <a:gd name="connsiteY1" fmla="*/ 37569 h 37569"/>
                    <a:gd name="connsiteX2" fmla="*/ 0 w 37595"/>
                    <a:gd name="connsiteY2" fmla="*/ 18784 h 37569"/>
                    <a:gd name="connsiteX3" fmla="*/ 18798 w 37595"/>
                    <a:gd name="connsiteY3" fmla="*/ 0 h 37569"/>
                    <a:gd name="connsiteX4" fmla="*/ 37595 w 37595"/>
                    <a:gd name="connsiteY4" fmla="*/ 18784 h 3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595" h="37569">
                      <a:moveTo>
                        <a:pt x="37595" y="18784"/>
                      </a:moveTo>
                      <a:cubicBezTo>
                        <a:pt x="37595" y="29159"/>
                        <a:pt x="29179" y="37569"/>
                        <a:pt x="18798" y="37569"/>
                      </a:cubicBezTo>
                      <a:cubicBezTo>
                        <a:pt x="8416" y="37569"/>
                        <a:pt x="0" y="29159"/>
                        <a:pt x="0" y="18784"/>
                      </a:cubicBezTo>
                      <a:cubicBezTo>
                        <a:pt x="0" y="8410"/>
                        <a:pt x="8416" y="0"/>
                        <a:pt x="18798" y="0"/>
                      </a:cubicBezTo>
                      <a:cubicBezTo>
                        <a:pt x="29179" y="0"/>
                        <a:pt x="37595" y="8410"/>
                        <a:pt x="37595" y="1878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7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1" name="Graphic 5">
                <a:extLst>
                  <a:ext uri="{FF2B5EF4-FFF2-40B4-BE49-F238E27FC236}">
                    <a16:creationId xmlns:a16="http://schemas.microsoft.com/office/drawing/2014/main" id="{BB90C68B-A253-365F-1D53-CB92E8DAD9A8}"/>
                  </a:ext>
                </a:extLst>
              </p:cNvPr>
              <p:cNvGrpSpPr/>
              <p:nvPr/>
            </p:nvGrpSpPr>
            <p:grpSpPr>
              <a:xfrm>
                <a:off x="6754759" y="2681773"/>
                <a:ext cx="815011" cy="474308"/>
                <a:chOff x="6754759" y="2681773"/>
                <a:chExt cx="815011" cy="474308"/>
              </a:xfrm>
              <a:solidFill>
                <a:srgbClr val="141316"/>
              </a:solidFill>
            </p:grpSpPr>
            <p:sp>
              <p:nvSpPr>
                <p:cNvPr id="43" name="Freeform 57">
                  <a:extLst>
                    <a:ext uri="{FF2B5EF4-FFF2-40B4-BE49-F238E27FC236}">
                      <a16:creationId xmlns:a16="http://schemas.microsoft.com/office/drawing/2014/main" id="{72443F60-6B65-06DB-CEBF-1E143862DC4A}"/>
                    </a:ext>
                  </a:extLst>
                </p:cNvPr>
                <p:cNvSpPr/>
                <p:nvPr/>
              </p:nvSpPr>
              <p:spPr>
                <a:xfrm>
                  <a:off x="7532176" y="2681773"/>
                  <a:ext cx="37595" cy="37569"/>
                </a:xfrm>
                <a:custGeom>
                  <a:avLst/>
                  <a:gdLst>
                    <a:gd name="connsiteX0" fmla="*/ 37595 w 37595"/>
                    <a:gd name="connsiteY0" fmla="*/ 18785 h 37569"/>
                    <a:gd name="connsiteX1" fmla="*/ 18798 w 37595"/>
                    <a:gd name="connsiteY1" fmla="*/ 37569 h 37569"/>
                    <a:gd name="connsiteX2" fmla="*/ 0 w 37595"/>
                    <a:gd name="connsiteY2" fmla="*/ 18785 h 37569"/>
                    <a:gd name="connsiteX3" fmla="*/ 18798 w 37595"/>
                    <a:gd name="connsiteY3" fmla="*/ 0 h 37569"/>
                    <a:gd name="connsiteX4" fmla="*/ 37595 w 37595"/>
                    <a:gd name="connsiteY4" fmla="*/ 18785 h 3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595" h="37569">
                      <a:moveTo>
                        <a:pt x="37595" y="18785"/>
                      </a:moveTo>
                      <a:cubicBezTo>
                        <a:pt x="37595" y="29159"/>
                        <a:pt x="29179" y="37569"/>
                        <a:pt x="18798" y="37569"/>
                      </a:cubicBezTo>
                      <a:cubicBezTo>
                        <a:pt x="8416" y="37569"/>
                        <a:pt x="0" y="29159"/>
                        <a:pt x="0" y="18785"/>
                      </a:cubicBezTo>
                      <a:cubicBezTo>
                        <a:pt x="0" y="8410"/>
                        <a:pt x="8416" y="0"/>
                        <a:pt x="18798" y="0"/>
                      </a:cubicBezTo>
                      <a:cubicBezTo>
                        <a:pt x="29179" y="0"/>
                        <a:pt x="37595" y="8410"/>
                        <a:pt x="37595" y="1878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7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44" name="Freeform 58">
                  <a:extLst>
                    <a:ext uri="{FF2B5EF4-FFF2-40B4-BE49-F238E27FC236}">
                      <a16:creationId xmlns:a16="http://schemas.microsoft.com/office/drawing/2014/main" id="{3EDE4C2D-14D3-D140-8921-799CD1799364}"/>
                    </a:ext>
                  </a:extLst>
                </p:cNvPr>
                <p:cNvSpPr/>
                <p:nvPr/>
              </p:nvSpPr>
              <p:spPr>
                <a:xfrm>
                  <a:off x="6754759" y="2696532"/>
                  <a:ext cx="796214" cy="459549"/>
                </a:xfrm>
                <a:custGeom>
                  <a:avLst/>
                  <a:gdLst>
                    <a:gd name="connsiteX0" fmla="*/ 0 w 796214"/>
                    <a:gd name="connsiteY0" fmla="*/ 459550 h 459549"/>
                    <a:gd name="connsiteX1" fmla="*/ 796214 w 796214"/>
                    <a:gd name="connsiteY1" fmla="*/ 0 h 4595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96214" h="459549">
                      <a:moveTo>
                        <a:pt x="0" y="459550"/>
                      </a:moveTo>
                      <a:lnTo>
                        <a:pt x="796214" y="0"/>
                      </a:lnTo>
                    </a:path>
                  </a:pathLst>
                </a:custGeom>
                <a:ln w="1676" cap="flat">
                  <a:solidFill>
                    <a:schemeClr val="tx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2" name="Graphic 5">
                <a:extLst>
                  <a:ext uri="{FF2B5EF4-FFF2-40B4-BE49-F238E27FC236}">
                    <a16:creationId xmlns:a16="http://schemas.microsoft.com/office/drawing/2014/main" id="{CF9C0AE6-599A-79FA-5F45-350CA6FB11CD}"/>
                  </a:ext>
                </a:extLst>
              </p:cNvPr>
              <p:cNvGrpSpPr/>
              <p:nvPr/>
            </p:nvGrpSpPr>
            <p:grpSpPr>
              <a:xfrm>
                <a:off x="5449666" y="2873643"/>
                <a:ext cx="852607" cy="500473"/>
                <a:chOff x="5449666" y="2873643"/>
                <a:chExt cx="852607" cy="500473"/>
              </a:xfrm>
              <a:solidFill>
                <a:srgbClr val="141316"/>
              </a:solidFill>
            </p:grpSpPr>
            <p:sp>
              <p:nvSpPr>
                <p:cNvPr id="41" name="Freeform 60">
                  <a:extLst>
                    <a:ext uri="{FF2B5EF4-FFF2-40B4-BE49-F238E27FC236}">
                      <a16:creationId xmlns:a16="http://schemas.microsoft.com/office/drawing/2014/main" id="{1285AE13-FBD2-3CD9-72A4-E552557FE970}"/>
                    </a:ext>
                  </a:extLst>
                </p:cNvPr>
                <p:cNvSpPr/>
                <p:nvPr/>
              </p:nvSpPr>
              <p:spPr>
                <a:xfrm>
                  <a:off x="5468464" y="2892427"/>
                  <a:ext cx="833809" cy="481688"/>
                </a:xfrm>
                <a:custGeom>
                  <a:avLst/>
                  <a:gdLst>
                    <a:gd name="connsiteX0" fmla="*/ 833810 w 833809"/>
                    <a:gd name="connsiteY0" fmla="*/ 481689 h 481688"/>
                    <a:gd name="connsiteX1" fmla="*/ 0 w 833809"/>
                    <a:gd name="connsiteY1" fmla="*/ 0 h 481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33809" h="481688">
                      <a:moveTo>
                        <a:pt x="833810" y="481689"/>
                      </a:moveTo>
                      <a:lnTo>
                        <a:pt x="0" y="0"/>
                      </a:lnTo>
                    </a:path>
                  </a:pathLst>
                </a:custGeom>
                <a:ln w="1676" cap="flat">
                  <a:solidFill>
                    <a:schemeClr val="tx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42" name="Freeform 61">
                  <a:extLst>
                    <a:ext uri="{FF2B5EF4-FFF2-40B4-BE49-F238E27FC236}">
                      <a16:creationId xmlns:a16="http://schemas.microsoft.com/office/drawing/2014/main" id="{1BEB234C-3EDB-4BFE-2F19-0FB7241798B5}"/>
                    </a:ext>
                  </a:extLst>
                </p:cNvPr>
                <p:cNvSpPr/>
                <p:nvPr/>
              </p:nvSpPr>
              <p:spPr>
                <a:xfrm>
                  <a:off x="5449666" y="2873643"/>
                  <a:ext cx="37595" cy="37569"/>
                </a:xfrm>
                <a:custGeom>
                  <a:avLst/>
                  <a:gdLst>
                    <a:gd name="connsiteX0" fmla="*/ 37595 w 37595"/>
                    <a:gd name="connsiteY0" fmla="*/ 18784 h 37569"/>
                    <a:gd name="connsiteX1" fmla="*/ 18798 w 37595"/>
                    <a:gd name="connsiteY1" fmla="*/ 37569 h 37569"/>
                    <a:gd name="connsiteX2" fmla="*/ 0 w 37595"/>
                    <a:gd name="connsiteY2" fmla="*/ 18784 h 37569"/>
                    <a:gd name="connsiteX3" fmla="*/ 18798 w 37595"/>
                    <a:gd name="connsiteY3" fmla="*/ 0 h 37569"/>
                    <a:gd name="connsiteX4" fmla="*/ 37595 w 37595"/>
                    <a:gd name="connsiteY4" fmla="*/ 18784 h 3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595" h="37569">
                      <a:moveTo>
                        <a:pt x="37595" y="18784"/>
                      </a:moveTo>
                      <a:cubicBezTo>
                        <a:pt x="37595" y="29159"/>
                        <a:pt x="29179" y="37569"/>
                        <a:pt x="18798" y="37569"/>
                      </a:cubicBezTo>
                      <a:cubicBezTo>
                        <a:pt x="8416" y="37569"/>
                        <a:pt x="0" y="29159"/>
                        <a:pt x="0" y="18784"/>
                      </a:cubicBezTo>
                      <a:cubicBezTo>
                        <a:pt x="0" y="8410"/>
                        <a:pt x="8416" y="0"/>
                        <a:pt x="18798" y="0"/>
                      </a:cubicBezTo>
                      <a:cubicBezTo>
                        <a:pt x="29179" y="0"/>
                        <a:pt x="37595" y="8410"/>
                        <a:pt x="37595" y="1878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7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3" name="Graphic 5">
                <a:extLst>
                  <a:ext uri="{FF2B5EF4-FFF2-40B4-BE49-F238E27FC236}">
                    <a16:creationId xmlns:a16="http://schemas.microsoft.com/office/drawing/2014/main" id="{93ECE87B-4413-4702-D9C6-EE62FA331DED}"/>
                  </a:ext>
                </a:extLst>
              </p:cNvPr>
              <p:cNvGrpSpPr/>
              <p:nvPr/>
            </p:nvGrpSpPr>
            <p:grpSpPr>
              <a:xfrm>
                <a:off x="6540601" y="3481456"/>
                <a:ext cx="492766" cy="291830"/>
                <a:chOff x="6540601" y="3481456"/>
                <a:chExt cx="492766" cy="291830"/>
              </a:xfrm>
              <a:solidFill>
                <a:srgbClr val="141316"/>
              </a:solidFill>
            </p:grpSpPr>
            <p:sp>
              <p:nvSpPr>
                <p:cNvPr id="39" name="Freeform 63">
                  <a:extLst>
                    <a:ext uri="{FF2B5EF4-FFF2-40B4-BE49-F238E27FC236}">
                      <a16:creationId xmlns:a16="http://schemas.microsoft.com/office/drawing/2014/main" id="{8A0784EF-122F-77E7-272A-91E637FE1FD9}"/>
                    </a:ext>
                  </a:extLst>
                </p:cNvPr>
                <p:cNvSpPr/>
                <p:nvPr/>
              </p:nvSpPr>
              <p:spPr>
                <a:xfrm>
                  <a:off x="6540601" y="3481456"/>
                  <a:ext cx="37595" cy="37569"/>
                </a:xfrm>
                <a:custGeom>
                  <a:avLst/>
                  <a:gdLst>
                    <a:gd name="connsiteX0" fmla="*/ 37595 w 37595"/>
                    <a:gd name="connsiteY0" fmla="*/ 18784 h 37569"/>
                    <a:gd name="connsiteX1" fmla="*/ 18798 w 37595"/>
                    <a:gd name="connsiteY1" fmla="*/ 37569 h 37569"/>
                    <a:gd name="connsiteX2" fmla="*/ 0 w 37595"/>
                    <a:gd name="connsiteY2" fmla="*/ 18784 h 37569"/>
                    <a:gd name="connsiteX3" fmla="*/ 18798 w 37595"/>
                    <a:gd name="connsiteY3" fmla="*/ 0 h 37569"/>
                    <a:gd name="connsiteX4" fmla="*/ 37595 w 37595"/>
                    <a:gd name="connsiteY4" fmla="*/ 18784 h 3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595" h="37569">
                      <a:moveTo>
                        <a:pt x="37595" y="18784"/>
                      </a:moveTo>
                      <a:cubicBezTo>
                        <a:pt x="37595" y="29159"/>
                        <a:pt x="29179" y="37569"/>
                        <a:pt x="18798" y="37569"/>
                      </a:cubicBezTo>
                      <a:cubicBezTo>
                        <a:pt x="8416" y="37569"/>
                        <a:pt x="0" y="29159"/>
                        <a:pt x="0" y="18784"/>
                      </a:cubicBezTo>
                      <a:cubicBezTo>
                        <a:pt x="0" y="8410"/>
                        <a:pt x="8416" y="0"/>
                        <a:pt x="18798" y="0"/>
                      </a:cubicBezTo>
                      <a:cubicBezTo>
                        <a:pt x="29179" y="0"/>
                        <a:pt x="37595" y="8410"/>
                        <a:pt x="37595" y="1878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7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40" name="Freeform 64">
                  <a:extLst>
                    <a:ext uri="{FF2B5EF4-FFF2-40B4-BE49-F238E27FC236}">
                      <a16:creationId xmlns:a16="http://schemas.microsoft.com/office/drawing/2014/main" id="{5710D185-CB7C-1A62-B89A-AEF9AEE1D73E}"/>
                    </a:ext>
                  </a:extLst>
                </p:cNvPr>
                <p:cNvSpPr/>
                <p:nvPr/>
              </p:nvSpPr>
              <p:spPr>
                <a:xfrm>
                  <a:off x="6559398" y="3500241"/>
                  <a:ext cx="473969" cy="273046"/>
                </a:xfrm>
                <a:custGeom>
                  <a:avLst/>
                  <a:gdLst>
                    <a:gd name="connsiteX0" fmla="*/ 473969 w 473969"/>
                    <a:gd name="connsiteY0" fmla="*/ 273046 h 273046"/>
                    <a:gd name="connsiteX1" fmla="*/ 0 w 473969"/>
                    <a:gd name="connsiteY1" fmla="*/ 0 h 2730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73969" h="273046">
                      <a:moveTo>
                        <a:pt x="473969" y="273046"/>
                      </a:moveTo>
                      <a:lnTo>
                        <a:pt x="0" y="0"/>
                      </a:lnTo>
                    </a:path>
                  </a:pathLst>
                </a:custGeom>
                <a:ln w="1676" cap="flat">
                  <a:solidFill>
                    <a:schemeClr val="tx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4" name="Graphic 5">
                <a:extLst>
                  <a:ext uri="{FF2B5EF4-FFF2-40B4-BE49-F238E27FC236}">
                    <a16:creationId xmlns:a16="http://schemas.microsoft.com/office/drawing/2014/main" id="{02273E83-28EF-78D4-84E7-EA0C152E9241}"/>
                  </a:ext>
                </a:extLst>
              </p:cNvPr>
              <p:cNvGrpSpPr/>
              <p:nvPr/>
            </p:nvGrpSpPr>
            <p:grpSpPr>
              <a:xfrm>
                <a:off x="6897084" y="2076643"/>
                <a:ext cx="853278" cy="499802"/>
                <a:chOff x="6897084" y="2076643"/>
                <a:chExt cx="853278" cy="499802"/>
              </a:xfrm>
              <a:solidFill>
                <a:srgbClr val="141316"/>
              </a:solidFill>
            </p:grpSpPr>
            <p:sp>
              <p:nvSpPr>
                <p:cNvPr id="37" name="Freeform 66">
                  <a:extLst>
                    <a:ext uri="{FF2B5EF4-FFF2-40B4-BE49-F238E27FC236}">
                      <a16:creationId xmlns:a16="http://schemas.microsoft.com/office/drawing/2014/main" id="{B52EBC93-7ADE-1DEB-4264-C9BCC8DD351E}"/>
                    </a:ext>
                  </a:extLst>
                </p:cNvPr>
                <p:cNvSpPr/>
                <p:nvPr/>
              </p:nvSpPr>
              <p:spPr>
                <a:xfrm>
                  <a:off x="6915882" y="2095427"/>
                  <a:ext cx="834480" cy="481017"/>
                </a:xfrm>
                <a:custGeom>
                  <a:avLst/>
                  <a:gdLst>
                    <a:gd name="connsiteX0" fmla="*/ 834481 w 834480"/>
                    <a:gd name="connsiteY0" fmla="*/ 481018 h 481017"/>
                    <a:gd name="connsiteX1" fmla="*/ 0 w 834480"/>
                    <a:gd name="connsiteY1" fmla="*/ 0 h 4810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34480" h="481017">
                      <a:moveTo>
                        <a:pt x="834481" y="481018"/>
                      </a:moveTo>
                      <a:lnTo>
                        <a:pt x="0" y="0"/>
                      </a:lnTo>
                    </a:path>
                  </a:pathLst>
                </a:custGeom>
                <a:ln w="1676" cap="flat">
                  <a:solidFill>
                    <a:schemeClr val="tx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38" name="Freeform 67">
                  <a:extLst>
                    <a:ext uri="{FF2B5EF4-FFF2-40B4-BE49-F238E27FC236}">
                      <a16:creationId xmlns:a16="http://schemas.microsoft.com/office/drawing/2014/main" id="{E341B5CF-545E-8672-97E5-0590B4AD9CCE}"/>
                    </a:ext>
                  </a:extLst>
                </p:cNvPr>
                <p:cNvSpPr/>
                <p:nvPr/>
              </p:nvSpPr>
              <p:spPr>
                <a:xfrm>
                  <a:off x="6897084" y="2076643"/>
                  <a:ext cx="37595" cy="37569"/>
                </a:xfrm>
                <a:custGeom>
                  <a:avLst/>
                  <a:gdLst>
                    <a:gd name="connsiteX0" fmla="*/ 37595 w 37595"/>
                    <a:gd name="connsiteY0" fmla="*/ 18785 h 37569"/>
                    <a:gd name="connsiteX1" fmla="*/ 18798 w 37595"/>
                    <a:gd name="connsiteY1" fmla="*/ 37569 h 37569"/>
                    <a:gd name="connsiteX2" fmla="*/ 0 w 37595"/>
                    <a:gd name="connsiteY2" fmla="*/ 18785 h 37569"/>
                    <a:gd name="connsiteX3" fmla="*/ 18798 w 37595"/>
                    <a:gd name="connsiteY3" fmla="*/ 0 h 37569"/>
                    <a:gd name="connsiteX4" fmla="*/ 37595 w 37595"/>
                    <a:gd name="connsiteY4" fmla="*/ 18785 h 3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595" h="37569">
                      <a:moveTo>
                        <a:pt x="37595" y="18785"/>
                      </a:moveTo>
                      <a:cubicBezTo>
                        <a:pt x="37595" y="29159"/>
                        <a:pt x="29179" y="37569"/>
                        <a:pt x="18798" y="37569"/>
                      </a:cubicBezTo>
                      <a:cubicBezTo>
                        <a:pt x="8416" y="37569"/>
                        <a:pt x="0" y="29159"/>
                        <a:pt x="0" y="18785"/>
                      </a:cubicBezTo>
                      <a:cubicBezTo>
                        <a:pt x="0" y="8410"/>
                        <a:pt x="8416" y="0"/>
                        <a:pt x="18798" y="0"/>
                      </a:cubicBezTo>
                      <a:cubicBezTo>
                        <a:pt x="29179" y="0"/>
                        <a:pt x="37595" y="8410"/>
                        <a:pt x="37595" y="1878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7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5" name="Graphic 5">
                <a:extLst>
                  <a:ext uri="{FF2B5EF4-FFF2-40B4-BE49-F238E27FC236}">
                    <a16:creationId xmlns:a16="http://schemas.microsoft.com/office/drawing/2014/main" id="{63C47887-7943-2912-16B0-1B3855769A61}"/>
                  </a:ext>
                </a:extLst>
              </p:cNvPr>
              <p:cNvGrpSpPr/>
              <p:nvPr/>
            </p:nvGrpSpPr>
            <p:grpSpPr>
              <a:xfrm>
                <a:off x="7988019" y="2687140"/>
                <a:ext cx="450471" cy="258287"/>
                <a:chOff x="7988019" y="2687140"/>
                <a:chExt cx="450471" cy="258287"/>
              </a:xfrm>
              <a:solidFill>
                <a:srgbClr val="141316"/>
              </a:solidFill>
            </p:grpSpPr>
            <p:sp>
              <p:nvSpPr>
                <p:cNvPr id="35" name="Freeform 69">
                  <a:extLst>
                    <a:ext uri="{FF2B5EF4-FFF2-40B4-BE49-F238E27FC236}">
                      <a16:creationId xmlns:a16="http://schemas.microsoft.com/office/drawing/2014/main" id="{627FEF02-8C16-557E-4E12-BC48448E5C1D}"/>
                    </a:ext>
                  </a:extLst>
                </p:cNvPr>
                <p:cNvSpPr/>
                <p:nvPr/>
              </p:nvSpPr>
              <p:spPr>
                <a:xfrm>
                  <a:off x="7988019" y="2687140"/>
                  <a:ext cx="37595" cy="37569"/>
                </a:xfrm>
                <a:custGeom>
                  <a:avLst/>
                  <a:gdLst>
                    <a:gd name="connsiteX0" fmla="*/ 37595 w 37595"/>
                    <a:gd name="connsiteY0" fmla="*/ 18785 h 37569"/>
                    <a:gd name="connsiteX1" fmla="*/ 18798 w 37595"/>
                    <a:gd name="connsiteY1" fmla="*/ 37569 h 37569"/>
                    <a:gd name="connsiteX2" fmla="*/ 0 w 37595"/>
                    <a:gd name="connsiteY2" fmla="*/ 18785 h 37569"/>
                    <a:gd name="connsiteX3" fmla="*/ 18798 w 37595"/>
                    <a:gd name="connsiteY3" fmla="*/ 0 h 37569"/>
                    <a:gd name="connsiteX4" fmla="*/ 37595 w 37595"/>
                    <a:gd name="connsiteY4" fmla="*/ 18785 h 3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595" h="37569">
                      <a:moveTo>
                        <a:pt x="37595" y="18785"/>
                      </a:moveTo>
                      <a:cubicBezTo>
                        <a:pt x="37595" y="29159"/>
                        <a:pt x="29179" y="37569"/>
                        <a:pt x="18798" y="37569"/>
                      </a:cubicBezTo>
                      <a:cubicBezTo>
                        <a:pt x="8416" y="37569"/>
                        <a:pt x="0" y="29159"/>
                        <a:pt x="0" y="18785"/>
                      </a:cubicBezTo>
                      <a:cubicBezTo>
                        <a:pt x="0" y="8410"/>
                        <a:pt x="8416" y="0"/>
                        <a:pt x="18798" y="0"/>
                      </a:cubicBezTo>
                      <a:cubicBezTo>
                        <a:pt x="29179" y="0"/>
                        <a:pt x="37595" y="8410"/>
                        <a:pt x="37595" y="1878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7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36" name="Freeform 70">
                  <a:extLst>
                    <a:ext uri="{FF2B5EF4-FFF2-40B4-BE49-F238E27FC236}">
                      <a16:creationId xmlns:a16="http://schemas.microsoft.com/office/drawing/2014/main" id="{0DB1C619-2936-2F76-62D8-4314F51CCE55}"/>
                    </a:ext>
                  </a:extLst>
                </p:cNvPr>
                <p:cNvSpPr/>
                <p:nvPr/>
              </p:nvSpPr>
              <p:spPr>
                <a:xfrm>
                  <a:off x="8006816" y="2701228"/>
                  <a:ext cx="431674" cy="244198"/>
                </a:xfrm>
                <a:custGeom>
                  <a:avLst/>
                  <a:gdLst>
                    <a:gd name="connsiteX0" fmla="*/ 431674 w 431674"/>
                    <a:gd name="connsiteY0" fmla="*/ 244199 h 244198"/>
                    <a:gd name="connsiteX1" fmla="*/ 0 w 431674"/>
                    <a:gd name="connsiteY1" fmla="*/ 0 h 2441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31674" h="244198">
                      <a:moveTo>
                        <a:pt x="431674" y="244199"/>
                      </a:moveTo>
                      <a:lnTo>
                        <a:pt x="0" y="0"/>
                      </a:lnTo>
                    </a:path>
                  </a:pathLst>
                </a:custGeom>
                <a:ln w="1676" cap="flat">
                  <a:solidFill>
                    <a:schemeClr val="tx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6" name="Graphic 5">
                <a:extLst>
                  <a:ext uri="{FF2B5EF4-FFF2-40B4-BE49-F238E27FC236}">
                    <a16:creationId xmlns:a16="http://schemas.microsoft.com/office/drawing/2014/main" id="{D8A88FAC-B585-523F-CE31-7FCD732BB2FA}"/>
                  </a:ext>
                </a:extLst>
              </p:cNvPr>
              <p:cNvGrpSpPr/>
              <p:nvPr/>
            </p:nvGrpSpPr>
            <p:grpSpPr>
              <a:xfrm>
                <a:off x="8365985" y="1256833"/>
                <a:ext cx="853278" cy="500473"/>
                <a:chOff x="8365985" y="1256833"/>
                <a:chExt cx="853278" cy="500473"/>
              </a:xfrm>
              <a:solidFill>
                <a:srgbClr val="141316"/>
              </a:solidFill>
            </p:grpSpPr>
            <p:sp>
              <p:nvSpPr>
                <p:cNvPr id="33" name="Freeform 72">
                  <a:extLst>
                    <a:ext uri="{FF2B5EF4-FFF2-40B4-BE49-F238E27FC236}">
                      <a16:creationId xmlns:a16="http://schemas.microsoft.com/office/drawing/2014/main" id="{AE1DB143-FE8A-AC72-F91A-A7B1380E2283}"/>
                    </a:ext>
                  </a:extLst>
                </p:cNvPr>
                <p:cNvSpPr/>
                <p:nvPr/>
              </p:nvSpPr>
              <p:spPr>
                <a:xfrm>
                  <a:off x="8384783" y="1275618"/>
                  <a:ext cx="834480" cy="481688"/>
                </a:xfrm>
                <a:custGeom>
                  <a:avLst/>
                  <a:gdLst>
                    <a:gd name="connsiteX0" fmla="*/ 834481 w 834480"/>
                    <a:gd name="connsiteY0" fmla="*/ 481689 h 481688"/>
                    <a:gd name="connsiteX1" fmla="*/ 0 w 834480"/>
                    <a:gd name="connsiteY1" fmla="*/ 0 h 481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34480" h="481688">
                      <a:moveTo>
                        <a:pt x="834481" y="481689"/>
                      </a:moveTo>
                      <a:lnTo>
                        <a:pt x="0" y="0"/>
                      </a:lnTo>
                    </a:path>
                  </a:pathLst>
                </a:custGeom>
                <a:ln w="1676" cap="flat">
                  <a:solidFill>
                    <a:schemeClr val="tx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34" name="Freeform 73">
                  <a:extLst>
                    <a:ext uri="{FF2B5EF4-FFF2-40B4-BE49-F238E27FC236}">
                      <a16:creationId xmlns:a16="http://schemas.microsoft.com/office/drawing/2014/main" id="{5C938F89-2C6D-9EE6-F0CE-436287C4D34F}"/>
                    </a:ext>
                  </a:extLst>
                </p:cNvPr>
                <p:cNvSpPr/>
                <p:nvPr/>
              </p:nvSpPr>
              <p:spPr>
                <a:xfrm>
                  <a:off x="8365985" y="1256833"/>
                  <a:ext cx="37595" cy="37569"/>
                </a:xfrm>
                <a:custGeom>
                  <a:avLst/>
                  <a:gdLst>
                    <a:gd name="connsiteX0" fmla="*/ 37595 w 37595"/>
                    <a:gd name="connsiteY0" fmla="*/ 18785 h 37569"/>
                    <a:gd name="connsiteX1" fmla="*/ 18798 w 37595"/>
                    <a:gd name="connsiteY1" fmla="*/ 37569 h 37569"/>
                    <a:gd name="connsiteX2" fmla="*/ 0 w 37595"/>
                    <a:gd name="connsiteY2" fmla="*/ 18785 h 37569"/>
                    <a:gd name="connsiteX3" fmla="*/ 18798 w 37595"/>
                    <a:gd name="connsiteY3" fmla="*/ 0 h 37569"/>
                    <a:gd name="connsiteX4" fmla="*/ 37595 w 37595"/>
                    <a:gd name="connsiteY4" fmla="*/ 18785 h 3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595" h="37569">
                      <a:moveTo>
                        <a:pt x="37595" y="18785"/>
                      </a:moveTo>
                      <a:cubicBezTo>
                        <a:pt x="37595" y="29159"/>
                        <a:pt x="29179" y="37569"/>
                        <a:pt x="18798" y="37569"/>
                      </a:cubicBezTo>
                      <a:cubicBezTo>
                        <a:pt x="8416" y="37569"/>
                        <a:pt x="0" y="29159"/>
                        <a:pt x="0" y="18785"/>
                      </a:cubicBezTo>
                      <a:cubicBezTo>
                        <a:pt x="0" y="8410"/>
                        <a:pt x="8416" y="0"/>
                        <a:pt x="18798" y="0"/>
                      </a:cubicBezTo>
                      <a:cubicBezTo>
                        <a:pt x="29179" y="0"/>
                        <a:pt x="37595" y="8410"/>
                        <a:pt x="37595" y="1878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7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7" name="Graphic 5">
                <a:extLst>
                  <a:ext uri="{FF2B5EF4-FFF2-40B4-BE49-F238E27FC236}">
                    <a16:creationId xmlns:a16="http://schemas.microsoft.com/office/drawing/2014/main" id="{AD3C26DE-3BCD-3706-FDF2-511E605601EC}"/>
                  </a:ext>
                </a:extLst>
              </p:cNvPr>
              <p:cNvGrpSpPr/>
              <p:nvPr/>
            </p:nvGrpSpPr>
            <p:grpSpPr>
              <a:xfrm>
                <a:off x="7083718" y="1225973"/>
                <a:ext cx="853278" cy="500473"/>
                <a:chOff x="7083718" y="1225973"/>
                <a:chExt cx="853278" cy="500473"/>
              </a:xfrm>
              <a:solidFill>
                <a:srgbClr val="141316"/>
              </a:solidFill>
            </p:grpSpPr>
            <p:sp>
              <p:nvSpPr>
                <p:cNvPr id="31" name="Freeform 75">
                  <a:extLst>
                    <a:ext uri="{FF2B5EF4-FFF2-40B4-BE49-F238E27FC236}">
                      <a16:creationId xmlns:a16="http://schemas.microsoft.com/office/drawing/2014/main" id="{EDF49D93-0453-F690-0755-F10697719BFD}"/>
                    </a:ext>
                  </a:extLst>
                </p:cNvPr>
                <p:cNvSpPr/>
                <p:nvPr/>
              </p:nvSpPr>
              <p:spPr>
                <a:xfrm>
                  <a:off x="7083718" y="1244757"/>
                  <a:ext cx="834480" cy="481688"/>
                </a:xfrm>
                <a:custGeom>
                  <a:avLst/>
                  <a:gdLst>
                    <a:gd name="connsiteX0" fmla="*/ 0 w 834480"/>
                    <a:gd name="connsiteY0" fmla="*/ 481689 h 481688"/>
                    <a:gd name="connsiteX1" fmla="*/ 834481 w 834480"/>
                    <a:gd name="connsiteY1" fmla="*/ 0 h 481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34480" h="481688">
                      <a:moveTo>
                        <a:pt x="0" y="481689"/>
                      </a:moveTo>
                      <a:lnTo>
                        <a:pt x="834481" y="0"/>
                      </a:lnTo>
                    </a:path>
                  </a:pathLst>
                </a:custGeom>
                <a:ln w="1676" cap="flat">
                  <a:solidFill>
                    <a:schemeClr val="tx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32" name="Freeform 76">
                  <a:extLst>
                    <a:ext uri="{FF2B5EF4-FFF2-40B4-BE49-F238E27FC236}">
                      <a16:creationId xmlns:a16="http://schemas.microsoft.com/office/drawing/2014/main" id="{6EC155D5-B534-52A4-89E1-790878DE720C}"/>
                    </a:ext>
                  </a:extLst>
                </p:cNvPr>
                <p:cNvSpPr/>
                <p:nvPr/>
              </p:nvSpPr>
              <p:spPr>
                <a:xfrm>
                  <a:off x="7899401" y="1225973"/>
                  <a:ext cx="37595" cy="37569"/>
                </a:xfrm>
                <a:custGeom>
                  <a:avLst/>
                  <a:gdLst>
                    <a:gd name="connsiteX0" fmla="*/ 37595 w 37595"/>
                    <a:gd name="connsiteY0" fmla="*/ 18784 h 37569"/>
                    <a:gd name="connsiteX1" fmla="*/ 18798 w 37595"/>
                    <a:gd name="connsiteY1" fmla="*/ 37569 h 37569"/>
                    <a:gd name="connsiteX2" fmla="*/ 0 w 37595"/>
                    <a:gd name="connsiteY2" fmla="*/ 18784 h 37569"/>
                    <a:gd name="connsiteX3" fmla="*/ 18798 w 37595"/>
                    <a:gd name="connsiteY3" fmla="*/ 0 h 37569"/>
                    <a:gd name="connsiteX4" fmla="*/ 37595 w 37595"/>
                    <a:gd name="connsiteY4" fmla="*/ 18784 h 3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595" h="37569">
                      <a:moveTo>
                        <a:pt x="37595" y="18784"/>
                      </a:moveTo>
                      <a:cubicBezTo>
                        <a:pt x="37595" y="29159"/>
                        <a:pt x="29179" y="37569"/>
                        <a:pt x="18798" y="37569"/>
                      </a:cubicBezTo>
                      <a:cubicBezTo>
                        <a:pt x="8416" y="37569"/>
                        <a:pt x="0" y="29159"/>
                        <a:pt x="0" y="18784"/>
                      </a:cubicBezTo>
                      <a:cubicBezTo>
                        <a:pt x="0" y="8410"/>
                        <a:pt x="8416" y="0"/>
                        <a:pt x="18798" y="0"/>
                      </a:cubicBezTo>
                      <a:cubicBezTo>
                        <a:pt x="29179" y="0"/>
                        <a:pt x="37595" y="8410"/>
                        <a:pt x="37595" y="18784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7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  <p:grpSp>
            <p:nvGrpSpPr>
              <p:cNvPr id="28" name="Graphic 5">
                <a:extLst>
                  <a:ext uri="{FF2B5EF4-FFF2-40B4-BE49-F238E27FC236}">
                    <a16:creationId xmlns:a16="http://schemas.microsoft.com/office/drawing/2014/main" id="{466C0FD5-4BDA-4028-2B8A-47119E3F9740}"/>
                  </a:ext>
                </a:extLst>
              </p:cNvPr>
              <p:cNvGrpSpPr/>
              <p:nvPr/>
            </p:nvGrpSpPr>
            <p:grpSpPr>
              <a:xfrm>
                <a:off x="5660468" y="2073959"/>
                <a:ext cx="815011" cy="473638"/>
                <a:chOff x="5660468" y="2073959"/>
                <a:chExt cx="815011" cy="473638"/>
              </a:xfrm>
              <a:solidFill>
                <a:srgbClr val="141316"/>
              </a:solidFill>
            </p:grpSpPr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DA92B7A1-594A-C446-F66E-DF972606D291}"/>
                    </a:ext>
                  </a:extLst>
                </p:cNvPr>
                <p:cNvSpPr/>
                <p:nvPr/>
              </p:nvSpPr>
              <p:spPr>
                <a:xfrm>
                  <a:off x="6437885" y="2073959"/>
                  <a:ext cx="37595" cy="37569"/>
                </a:xfrm>
                <a:custGeom>
                  <a:avLst/>
                  <a:gdLst>
                    <a:gd name="connsiteX0" fmla="*/ 37595 w 37595"/>
                    <a:gd name="connsiteY0" fmla="*/ 18785 h 37569"/>
                    <a:gd name="connsiteX1" fmla="*/ 18798 w 37595"/>
                    <a:gd name="connsiteY1" fmla="*/ 37569 h 37569"/>
                    <a:gd name="connsiteX2" fmla="*/ 0 w 37595"/>
                    <a:gd name="connsiteY2" fmla="*/ 18785 h 37569"/>
                    <a:gd name="connsiteX3" fmla="*/ 18798 w 37595"/>
                    <a:gd name="connsiteY3" fmla="*/ 0 h 37569"/>
                    <a:gd name="connsiteX4" fmla="*/ 37595 w 37595"/>
                    <a:gd name="connsiteY4" fmla="*/ 18785 h 375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7595" h="37569">
                      <a:moveTo>
                        <a:pt x="37595" y="18785"/>
                      </a:moveTo>
                      <a:cubicBezTo>
                        <a:pt x="37595" y="29159"/>
                        <a:pt x="29179" y="37569"/>
                        <a:pt x="18798" y="37569"/>
                      </a:cubicBezTo>
                      <a:cubicBezTo>
                        <a:pt x="8416" y="37569"/>
                        <a:pt x="0" y="29159"/>
                        <a:pt x="0" y="18785"/>
                      </a:cubicBezTo>
                      <a:cubicBezTo>
                        <a:pt x="0" y="8410"/>
                        <a:pt x="8416" y="0"/>
                        <a:pt x="18798" y="0"/>
                      </a:cubicBezTo>
                      <a:cubicBezTo>
                        <a:pt x="29179" y="0"/>
                        <a:pt x="37595" y="8410"/>
                        <a:pt x="37595" y="18785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 w="67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  <p:sp>
              <p:nvSpPr>
                <p:cNvPr id="30" name="Freeform 79">
                  <a:extLst>
                    <a:ext uri="{FF2B5EF4-FFF2-40B4-BE49-F238E27FC236}">
                      <a16:creationId xmlns:a16="http://schemas.microsoft.com/office/drawing/2014/main" id="{349BD68C-87DA-1083-FA8A-F85153DB1FB5}"/>
                    </a:ext>
                  </a:extLst>
                </p:cNvPr>
                <p:cNvSpPr/>
                <p:nvPr/>
              </p:nvSpPr>
              <p:spPr>
                <a:xfrm>
                  <a:off x="5660468" y="2088048"/>
                  <a:ext cx="796214" cy="459549"/>
                </a:xfrm>
                <a:custGeom>
                  <a:avLst/>
                  <a:gdLst>
                    <a:gd name="connsiteX0" fmla="*/ 0 w 796214"/>
                    <a:gd name="connsiteY0" fmla="*/ 459550 h 459549"/>
                    <a:gd name="connsiteX1" fmla="*/ 796214 w 796214"/>
                    <a:gd name="connsiteY1" fmla="*/ 0 h 4595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96214" h="459549">
                      <a:moveTo>
                        <a:pt x="0" y="459550"/>
                      </a:moveTo>
                      <a:lnTo>
                        <a:pt x="796214" y="0"/>
                      </a:lnTo>
                    </a:path>
                  </a:pathLst>
                </a:custGeom>
                <a:ln w="1676" cap="flat">
                  <a:solidFill>
                    <a:schemeClr val="tx2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B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112673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Máquina de Estados en Verilog - HeTPro-Tutoria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876550"/>
            <a:ext cx="253365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30FDFC7-870E-144F-8F50-C8F596314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4829" y="514349"/>
            <a:ext cx="5892304" cy="533401"/>
          </a:xfrm>
        </p:spPr>
        <p:txBody>
          <a:bodyPr/>
          <a:lstStyle/>
          <a:p>
            <a:r>
              <a:rPr lang="es-VE" dirty="0" smtClean="0"/>
              <a:t>Partes de una MEF</a:t>
            </a:r>
            <a:endParaRPr lang="en-BR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29" y="1276350"/>
            <a:ext cx="6324600" cy="360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869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57DC14-53DB-9A49-A5A7-00A8ADF2A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723901"/>
            <a:ext cx="6982691" cy="476249"/>
          </a:xfrm>
        </p:spPr>
        <p:txBody>
          <a:bodyPr/>
          <a:lstStyle/>
          <a:p>
            <a:r>
              <a:rPr lang="es-VE" dirty="0" smtClean="0"/>
              <a:t>Funcionamiento</a:t>
            </a:r>
            <a:endParaRPr lang="en-BR" dirty="0"/>
          </a:p>
        </p:txBody>
      </p:sp>
      <p:grpSp>
        <p:nvGrpSpPr>
          <p:cNvPr id="8" name="Graphic 24">
            <a:extLst>
              <a:ext uri="{FF2B5EF4-FFF2-40B4-BE49-F238E27FC236}">
                <a16:creationId xmlns:a16="http://schemas.microsoft.com/office/drawing/2014/main" id="{F2D1DBDC-DF8D-F84D-8952-B013A24B05FC}"/>
              </a:ext>
            </a:extLst>
          </p:cNvPr>
          <p:cNvGrpSpPr/>
          <p:nvPr/>
        </p:nvGrpSpPr>
        <p:grpSpPr>
          <a:xfrm>
            <a:off x="1722715" y="1900049"/>
            <a:ext cx="498302" cy="558818"/>
            <a:chOff x="1722715" y="1900049"/>
            <a:chExt cx="498302" cy="558818"/>
          </a:xfrm>
          <a:noFill/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C608ED8-6A62-634E-8A66-E5DC8367AFA3}"/>
                </a:ext>
              </a:extLst>
            </p:cNvPr>
            <p:cNvSpPr/>
            <p:nvPr/>
          </p:nvSpPr>
          <p:spPr>
            <a:xfrm>
              <a:off x="1916165" y="2123727"/>
              <a:ext cx="111402" cy="111462"/>
            </a:xfrm>
            <a:custGeom>
              <a:avLst/>
              <a:gdLst>
                <a:gd name="connsiteX0" fmla="*/ 111403 w 111402"/>
                <a:gd name="connsiteY0" fmla="*/ 55731 h 111462"/>
                <a:gd name="connsiteX1" fmla="*/ 55701 w 111402"/>
                <a:gd name="connsiteY1" fmla="*/ 111462 h 111462"/>
                <a:gd name="connsiteX2" fmla="*/ 0 w 111402"/>
                <a:gd name="connsiteY2" fmla="*/ 55731 h 111462"/>
                <a:gd name="connsiteX3" fmla="*/ 55701 w 111402"/>
                <a:gd name="connsiteY3" fmla="*/ 0 h 111462"/>
                <a:gd name="connsiteX4" fmla="*/ 111403 w 111402"/>
                <a:gd name="connsiteY4" fmla="*/ 55731 h 11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402" h="111462">
                  <a:moveTo>
                    <a:pt x="111403" y="55731"/>
                  </a:moveTo>
                  <a:cubicBezTo>
                    <a:pt x="111403" y="86511"/>
                    <a:pt x="86465" y="111462"/>
                    <a:pt x="55701" y="111462"/>
                  </a:cubicBezTo>
                  <a:cubicBezTo>
                    <a:pt x="24938" y="111462"/>
                    <a:pt x="0" y="86511"/>
                    <a:pt x="0" y="55731"/>
                  </a:cubicBezTo>
                  <a:cubicBezTo>
                    <a:pt x="0" y="24952"/>
                    <a:pt x="24938" y="0"/>
                    <a:pt x="55701" y="0"/>
                  </a:cubicBezTo>
                  <a:cubicBezTo>
                    <a:pt x="86465" y="0"/>
                    <a:pt x="111403" y="24952"/>
                    <a:pt x="111403" y="55731"/>
                  </a:cubicBezTo>
                  <a:close/>
                </a:path>
              </a:pathLst>
            </a:custGeom>
            <a:noFill/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grpSp>
          <p:nvGrpSpPr>
            <p:cNvPr id="11" name="Graphic 24">
              <a:extLst>
                <a:ext uri="{FF2B5EF4-FFF2-40B4-BE49-F238E27FC236}">
                  <a16:creationId xmlns:a16="http://schemas.microsoft.com/office/drawing/2014/main" id="{9C44FC2D-73C1-F444-89E0-E2FD8D7B5724}"/>
                </a:ext>
              </a:extLst>
            </p:cNvPr>
            <p:cNvGrpSpPr/>
            <p:nvPr/>
          </p:nvGrpSpPr>
          <p:grpSpPr>
            <a:xfrm>
              <a:off x="1916165" y="1900049"/>
              <a:ext cx="111402" cy="558818"/>
              <a:chOff x="1916165" y="1900049"/>
              <a:chExt cx="111402" cy="558818"/>
            </a:xfrm>
            <a:noFill/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04930175-C23A-4744-9653-6B2D82245A98}"/>
                  </a:ext>
                </a:extLst>
              </p:cNvPr>
              <p:cNvSpPr/>
              <p:nvPr/>
            </p:nvSpPr>
            <p:spPr>
              <a:xfrm>
                <a:off x="1916165" y="1900049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5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C16874E9-06E7-F14D-A620-CA39D14C0460}"/>
                  </a:ext>
                </a:extLst>
              </p:cNvPr>
              <p:cNvSpPr/>
              <p:nvPr/>
            </p:nvSpPr>
            <p:spPr>
              <a:xfrm>
                <a:off x="1916165" y="2347405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5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grpSp>
          <p:nvGrpSpPr>
            <p:cNvPr id="27" name="Graphic 24">
              <a:extLst>
                <a:ext uri="{FF2B5EF4-FFF2-40B4-BE49-F238E27FC236}">
                  <a16:creationId xmlns:a16="http://schemas.microsoft.com/office/drawing/2014/main" id="{0D83FF35-A0C3-B24F-99F0-4D5D455452FC}"/>
                </a:ext>
              </a:extLst>
            </p:cNvPr>
            <p:cNvGrpSpPr/>
            <p:nvPr/>
          </p:nvGrpSpPr>
          <p:grpSpPr>
            <a:xfrm>
              <a:off x="1722715" y="2011511"/>
              <a:ext cx="498302" cy="335140"/>
              <a:chOff x="1722715" y="2011511"/>
              <a:chExt cx="498302" cy="335140"/>
            </a:xfrm>
            <a:noFill/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B9510E85-EE61-AB4F-A3F1-75DABC92BCAD}"/>
                  </a:ext>
                </a:extLst>
              </p:cNvPr>
              <p:cNvSpPr/>
              <p:nvPr/>
            </p:nvSpPr>
            <p:spPr>
              <a:xfrm>
                <a:off x="1722715" y="2011511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5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917E3357-AE95-5D4E-BCF2-CBD619461BEA}"/>
                  </a:ext>
                </a:extLst>
              </p:cNvPr>
              <p:cNvSpPr/>
              <p:nvPr/>
            </p:nvSpPr>
            <p:spPr>
              <a:xfrm>
                <a:off x="2109614" y="2235189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4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grpSp>
          <p:nvGrpSpPr>
            <p:cNvPr id="30" name="Graphic 24">
              <a:extLst>
                <a:ext uri="{FF2B5EF4-FFF2-40B4-BE49-F238E27FC236}">
                  <a16:creationId xmlns:a16="http://schemas.microsoft.com/office/drawing/2014/main" id="{3949594D-93DF-EC44-9477-5F6213B67BC0}"/>
                </a:ext>
              </a:extLst>
            </p:cNvPr>
            <p:cNvGrpSpPr/>
            <p:nvPr/>
          </p:nvGrpSpPr>
          <p:grpSpPr>
            <a:xfrm>
              <a:off x="1722715" y="2011511"/>
              <a:ext cx="498302" cy="335140"/>
              <a:chOff x="1722715" y="2011511"/>
              <a:chExt cx="498302" cy="335140"/>
            </a:xfrm>
            <a:noFill/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A55959C3-6CC8-3347-B7A3-0D64F91F4764}"/>
                  </a:ext>
                </a:extLst>
              </p:cNvPr>
              <p:cNvSpPr/>
              <p:nvPr/>
            </p:nvSpPr>
            <p:spPr>
              <a:xfrm>
                <a:off x="1722715" y="2235189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5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AB108042-F548-EF40-98FB-C58D0C71A007}"/>
                  </a:ext>
                </a:extLst>
              </p:cNvPr>
              <p:cNvSpPr/>
              <p:nvPr/>
            </p:nvSpPr>
            <p:spPr>
              <a:xfrm>
                <a:off x="2109614" y="2011511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4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BE774881-296D-D341-BF25-99807E498065}"/>
                </a:ext>
              </a:extLst>
            </p:cNvPr>
            <p:cNvSpPr/>
            <p:nvPr/>
          </p:nvSpPr>
          <p:spPr>
            <a:xfrm>
              <a:off x="1823580" y="1976868"/>
              <a:ext cx="97101" cy="58743"/>
            </a:xfrm>
            <a:custGeom>
              <a:avLst/>
              <a:gdLst>
                <a:gd name="connsiteX0" fmla="*/ 0 w 97101"/>
                <a:gd name="connsiteY0" fmla="*/ 58744 h 58743"/>
                <a:gd name="connsiteX1" fmla="*/ 97101 w 97101"/>
                <a:gd name="connsiteY1" fmla="*/ 0 h 5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101" h="58743">
                  <a:moveTo>
                    <a:pt x="0" y="58744"/>
                  </a:moveTo>
                  <a:lnTo>
                    <a:pt x="97101" y="0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FC8FA0E-959D-5443-9F5A-9BFAC119DA41}"/>
                </a:ext>
              </a:extLst>
            </p:cNvPr>
            <p:cNvSpPr/>
            <p:nvPr/>
          </p:nvSpPr>
          <p:spPr>
            <a:xfrm>
              <a:off x="2025310" y="2322552"/>
              <a:ext cx="97101" cy="59496"/>
            </a:xfrm>
            <a:custGeom>
              <a:avLst/>
              <a:gdLst>
                <a:gd name="connsiteX0" fmla="*/ 0 w 97101"/>
                <a:gd name="connsiteY0" fmla="*/ 59497 h 59496"/>
                <a:gd name="connsiteX1" fmla="*/ 97101 w 97101"/>
                <a:gd name="connsiteY1" fmla="*/ 0 h 5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101" h="59496">
                  <a:moveTo>
                    <a:pt x="0" y="59497"/>
                  </a:moveTo>
                  <a:lnTo>
                    <a:pt x="97101" y="0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20D3ECC-BBE3-A04E-AB0B-0CBFC1A08E6C}"/>
                </a:ext>
              </a:extLst>
            </p:cNvPr>
            <p:cNvSpPr/>
            <p:nvPr/>
          </p:nvSpPr>
          <p:spPr>
            <a:xfrm>
              <a:off x="1822827" y="2322552"/>
              <a:ext cx="96348" cy="59496"/>
            </a:xfrm>
            <a:custGeom>
              <a:avLst/>
              <a:gdLst>
                <a:gd name="connsiteX0" fmla="*/ 0 w 96348"/>
                <a:gd name="connsiteY0" fmla="*/ 0 h 59496"/>
                <a:gd name="connsiteX1" fmla="*/ 96348 w 96348"/>
                <a:gd name="connsiteY1" fmla="*/ 59497 h 5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348" h="59496">
                  <a:moveTo>
                    <a:pt x="0" y="0"/>
                  </a:moveTo>
                  <a:lnTo>
                    <a:pt x="96348" y="59497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49ED81C2-3742-544F-8876-575D651F6512}"/>
                </a:ext>
              </a:extLst>
            </p:cNvPr>
            <p:cNvSpPr/>
            <p:nvPr/>
          </p:nvSpPr>
          <p:spPr>
            <a:xfrm>
              <a:off x="2024557" y="1976868"/>
              <a:ext cx="96348" cy="58743"/>
            </a:xfrm>
            <a:custGeom>
              <a:avLst/>
              <a:gdLst>
                <a:gd name="connsiteX0" fmla="*/ 0 w 96348"/>
                <a:gd name="connsiteY0" fmla="*/ 0 h 58743"/>
                <a:gd name="connsiteX1" fmla="*/ 96348 w 96348"/>
                <a:gd name="connsiteY1" fmla="*/ 58744 h 5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348" h="58743">
                  <a:moveTo>
                    <a:pt x="0" y="0"/>
                  </a:moveTo>
                  <a:lnTo>
                    <a:pt x="96348" y="58744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E48F0EA-6842-3642-9A5D-DB0B6B63CA8A}"/>
                </a:ext>
              </a:extLst>
            </p:cNvPr>
            <p:cNvSpPr/>
            <p:nvPr/>
          </p:nvSpPr>
          <p:spPr>
            <a:xfrm>
              <a:off x="1778417" y="2122974"/>
              <a:ext cx="7527" cy="112215"/>
            </a:xfrm>
            <a:custGeom>
              <a:avLst/>
              <a:gdLst>
                <a:gd name="connsiteX0" fmla="*/ 0 w 7527"/>
                <a:gd name="connsiteY0" fmla="*/ 0 h 112215"/>
                <a:gd name="connsiteX1" fmla="*/ 0 w 7527"/>
                <a:gd name="connsiteY1" fmla="*/ 112215 h 11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27" h="112215">
                  <a:moveTo>
                    <a:pt x="0" y="0"/>
                  </a:moveTo>
                  <a:lnTo>
                    <a:pt x="0" y="112215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EF630CF-F73E-0744-BEC7-E767D78F856D}"/>
                </a:ext>
              </a:extLst>
            </p:cNvPr>
            <p:cNvSpPr/>
            <p:nvPr/>
          </p:nvSpPr>
          <p:spPr>
            <a:xfrm>
              <a:off x="2165316" y="2122974"/>
              <a:ext cx="7527" cy="112215"/>
            </a:xfrm>
            <a:custGeom>
              <a:avLst/>
              <a:gdLst>
                <a:gd name="connsiteX0" fmla="*/ 0 w 7527"/>
                <a:gd name="connsiteY0" fmla="*/ 0 h 112215"/>
                <a:gd name="connsiteX1" fmla="*/ 0 w 7527"/>
                <a:gd name="connsiteY1" fmla="*/ 112215 h 11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27" h="112215">
                  <a:moveTo>
                    <a:pt x="0" y="0"/>
                  </a:moveTo>
                  <a:lnTo>
                    <a:pt x="0" y="112215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EA188E4-77C6-2B42-943B-CADE9C5CA41C}"/>
                </a:ext>
              </a:extLst>
            </p:cNvPr>
            <p:cNvSpPr/>
            <p:nvPr/>
          </p:nvSpPr>
          <p:spPr>
            <a:xfrm>
              <a:off x="2020040" y="2207324"/>
              <a:ext cx="97101" cy="55731"/>
            </a:xfrm>
            <a:custGeom>
              <a:avLst/>
              <a:gdLst>
                <a:gd name="connsiteX0" fmla="*/ 0 w 97101"/>
                <a:gd name="connsiteY0" fmla="*/ 0 h 55731"/>
                <a:gd name="connsiteX1" fmla="*/ 97101 w 97101"/>
                <a:gd name="connsiteY1" fmla="*/ 55731 h 5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101" h="55731">
                  <a:moveTo>
                    <a:pt x="0" y="0"/>
                  </a:moveTo>
                  <a:lnTo>
                    <a:pt x="97101" y="55731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0F4D7D3-59F0-AB46-A866-A13C6801845E}"/>
                </a:ext>
              </a:extLst>
            </p:cNvPr>
            <p:cNvSpPr/>
            <p:nvPr/>
          </p:nvSpPr>
          <p:spPr>
            <a:xfrm>
              <a:off x="1826591" y="2095108"/>
              <a:ext cx="97101" cy="56484"/>
            </a:xfrm>
            <a:custGeom>
              <a:avLst/>
              <a:gdLst>
                <a:gd name="connsiteX0" fmla="*/ 0 w 97101"/>
                <a:gd name="connsiteY0" fmla="*/ 0 h 56484"/>
                <a:gd name="connsiteX1" fmla="*/ 97101 w 97101"/>
                <a:gd name="connsiteY1" fmla="*/ 56484 h 56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101" h="56484">
                  <a:moveTo>
                    <a:pt x="0" y="0"/>
                  </a:moveTo>
                  <a:lnTo>
                    <a:pt x="97101" y="56484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CE71681D-72ED-834A-AD05-EEE89A195B26}"/>
                </a:ext>
              </a:extLst>
            </p:cNvPr>
            <p:cNvSpPr/>
            <p:nvPr/>
          </p:nvSpPr>
          <p:spPr>
            <a:xfrm>
              <a:off x="2018535" y="2087577"/>
              <a:ext cx="94090" cy="61756"/>
            </a:xfrm>
            <a:custGeom>
              <a:avLst/>
              <a:gdLst>
                <a:gd name="connsiteX0" fmla="*/ 0 w 94090"/>
                <a:gd name="connsiteY0" fmla="*/ 61756 h 61756"/>
                <a:gd name="connsiteX1" fmla="*/ 94090 w 94090"/>
                <a:gd name="connsiteY1" fmla="*/ 0 h 61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090" h="61756">
                  <a:moveTo>
                    <a:pt x="0" y="61756"/>
                  </a:moveTo>
                  <a:lnTo>
                    <a:pt x="94090" y="0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71ABB74-F1BA-A34A-B291-CB2070D6354C}"/>
                </a:ext>
              </a:extLst>
            </p:cNvPr>
            <p:cNvSpPr/>
            <p:nvPr/>
          </p:nvSpPr>
          <p:spPr>
            <a:xfrm>
              <a:off x="1831107" y="2209583"/>
              <a:ext cx="93337" cy="61003"/>
            </a:xfrm>
            <a:custGeom>
              <a:avLst/>
              <a:gdLst>
                <a:gd name="connsiteX0" fmla="*/ 0 w 93337"/>
                <a:gd name="connsiteY0" fmla="*/ 61003 h 61003"/>
                <a:gd name="connsiteX1" fmla="*/ 93338 w 93337"/>
                <a:gd name="connsiteY1" fmla="*/ 0 h 61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337" h="61003">
                  <a:moveTo>
                    <a:pt x="0" y="61003"/>
                  </a:moveTo>
                  <a:lnTo>
                    <a:pt x="93338" y="0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C66900D-951A-E94F-8E80-1C122B7746FC}"/>
                </a:ext>
              </a:extLst>
            </p:cNvPr>
            <p:cNvSpPr/>
            <p:nvPr/>
          </p:nvSpPr>
          <p:spPr>
            <a:xfrm>
              <a:off x="1971866" y="2235189"/>
              <a:ext cx="7527" cy="112215"/>
            </a:xfrm>
            <a:custGeom>
              <a:avLst/>
              <a:gdLst>
                <a:gd name="connsiteX0" fmla="*/ 0 w 7527"/>
                <a:gd name="connsiteY0" fmla="*/ 0 h 112215"/>
                <a:gd name="connsiteX1" fmla="*/ 0 w 7527"/>
                <a:gd name="connsiteY1" fmla="*/ 112215 h 11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27" h="112215">
                  <a:moveTo>
                    <a:pt x="0" y="0"/>
                  </a:moveTo>
                  <a:lnTo>
                    <a:pt x="0" y="112215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D91F9D1-C324-E749-AA89-659CCF83504B}"/>
                </a:ext>
              </a:extLst>
            </p:cNvPr>
            <p:cNvSpPr/>
            <p:nvPr/>
          </p:nvSpPr>
          <p:spPr>
            <a:xfrm>
              <a:off x="1971866" y="2011511"/>
              <a:ext cx="7527" cy="112215"/>
            </a:xfrm>
            <a:custGeom>
              <a:avLst/>
              <a:gdLst>
                <a:gd name="connsiteX0" fmla="*/ 0 w 7527"/>
                <a:gd name="connsiteY0" fmla="*/ 0 h 112215"/>
                <a:gd name="connsiteX1" fmla="*/ 0 w 7527"/>
                <a:gd name="connsiteY1" fmla="*/ 112215 h 11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27" h="112215">
                  <a:moveTo>
                    <a:pt x="0" y="0"/>
                  </a:moveTo>
                  <a:lnTo>
                    <a:pt x="0" y="112215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</p:grpSp>
      <p:sp>
        <p:nvSpPr>
          <p:cNvPr id="66" name="Content Placeholder 5">
            <a:extLst>
              <a:ext uri="{FF2B5EF4-FFF2-40B4-BE49-F238E27FC236}">
                <a16:creationId xmlns:a16="http://schemas.microsoft.com/office/drawing/2014/main" id="{C337DE30-4434-5940-BA6B-434A0AC5107F}"/>
              </a:ext>
            </a:extLst>
          </p:cNvPr>
          <p:cNvSpPr txBox="1">
            <a:spLocks/>
          </p:cNvSpPr>
          <p:nvPr/>
        </p:nvSpPr>
        <p:spPr>
          <a:xfrm>
            <a:off x="685799" y="1504950"/>
            <a:ext cx="3770971" cy="28695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indent="0" defTabSz="914362">
              <a:spcBef>
                <a:spcPct val="20000"/>
              </a:spcBef>
              <a:buFont typeface="Arial" pitchFamily="34" charset="0"/>
              <a:buNone/>
              <a:defRPr sz="15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742919" indent="-285738" defTabSz="914362">
              <a:spcBef>
                <a:spcPct val="20000"/>
              </a:spcBef>
              <a:buFont typeface="Arial" pitchFamily="34" charset="0"/>
              <a:buChar char="–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142952" indent="-228591" defTabSz="914362">
              <a:spcBef>
                <a:spcPct val="20000"/>
              </a:spcBef>
              <a:buFont typeface="Arial" pitchFamily="34" charset="0"/>
              <a:buChar char="•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600134" indent="-228591" defTabSz="914362">
              <a:spcBef>
                <a:spcPct val="20000"/>
              </a:spcBef>
              <a:buFont typeface="Arial" pitchFamily="34" charset="0"/>
              <a:buChar char="–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314" indent="-228591" defTabSz="914362">
              <a:spcBef>
                <a:spcPct val="20000"/>
              </a:spcBef>
              <a:buFont typeface="Arial" pitchFamily="34" charset="0"/>
              <a:buChar char="»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5pPr>
            <a:lvl6pPr marL="2514495" indent="-228591" defTabSz="91436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676" indent="-228591" defTabSz="91436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8857" indent="-228591" defTabSz="91436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038" indent="-228591" defTabSz="91436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just"/>
            <a:r>
              <a:rPr lang="es-VE" sz="1400" noProof="1"/>
              <a:t>La máquina inicia en un estado inicial, lee símbolo por símbolo de una secuencia de entrada, y cambia de estado según su función de </a:t>
            </a:r>
            <a:r>
              <a:rPr lang="es-VE" sz="1400" noProof="1"/>
              <a:t>transición</a:t>
            </a:r>
            <a:r>
              <a:rPr lang="es-VE" sz="1400" noProof="1" smtClean="0"/>
              <a:t>.</a:t>
            </a:r>
          </a:p>
          <a:p>
            <a:pPr algn="just"/>
            <a:endParaRPr lang="es-VE" sz="1400" noProof="1"/>
          </a:p>
          <a:p>
            <a:pPr algn="just"/>
            <a:r>
              <a:rPr lang="es-VE" sz="1400" noProof="1"/>
              <a:t>A la vez, va generando una salida, determinada por su función de salida.</a:t>
            </a:r>
          </a:p>
          <a:p>
            <a:pPr algn="just"/>
            <a:endParaRPr lang="es-VE" sz="1400" noProof="1"/>
          </a:p>
          <a:p>
            <a:pPr algn="just"/>
            <a:r>
              <a:rPr lang="es-VE" sz="1400" noProof="1"/>
              <a:t>Esto produce una secuencia de estados internos y una secuencia de salidas que dependen únicamente de las entradas y del diseño de la máquina.</a:t>
            </a:r>
          </a:p>
          <a:p>
            <a:pPr algn="just"/>
            <a:endParaRPr lang="es-VE" sz="1400" noProof="1"/>
          </a:p>
        </p:txBody>
      </p:sp>
      <p:sp>
        <p:nvSpPr>
          <p:cNvPr id="16" name="Rectángulo 15"/>
          <p:cNvSpPr/>
          <p:nvPr/>
        </p:nvSpPr>
        <p:spPr>
          <a:xfrm>
            <a:off x="4924158" y="3167850"/>
            <a:ext cx="3363758" cy="1212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algn="just" defTabSz="914362">
              <a:spcBef>
                <a:spcPct val="20000"/>
              </a:spcBef>
              <a:buFont typeface="Arial" pitchFamily="34" charset="0"/>
              <a:buNone/>
            </a:pPr>
            <a:r>
              <a:rPr lang="es-VE" sz="1400" noProof="1" smtClean="0">
                <a:latin typeface="Segoe UI" panose="020B0502040204020203" pitchFamily="34" charset="0"/>
                <a:cs typeface="Segoe UI" panose="020B0502040204020203" pitchFamily="34" charset="0"/>
              </a:rPr>
              <a:t>Ejemplo:</a:t>
            </a:r>
          </a:p>
          <a:p>
            <a:pPr algn="just" defTabSz="914362">
              <a:spcBef>
                <a:spcPct val="20000"/>
              </a:spcBef>
              <a:buFont typeface="Arial" pitchFamily="34" charset="0"/>
              <a:buNone/>
            </a:pPr>
            <a:endParaRPr lang="es-VE" sz="1400" noProof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 defTabSz="914362">
              <a:spcBef>
                <a:spcPct val="20000"/>
              </a:spcBef>
              <a:buFont typeface="Arial" pitchFamily="34" charset="0"/>
              <a:buNone/>
            </a:pPr>
            <a:r>
              <a:rPr lang="es-VE" sz="1400" noProof="1">
                <a:latin typeface="Segoe UI" panose="020B0502040204020203" pitchFamily="34" charset="0"/>
                <a:cs typeface="Segoe UI" panose="020B0502040204020203" pitchFamily="34" charset="0"/>
              </a:rPr>
              <a:t>Si tengo una entrada como `1011`, la máquina puede ir cambiando entre estados `q0`, `q1`, y produciendo salidas como `X Y X Y`, dependiendo de su configuración interna.</a:t>
            </a:r>
            <a:endParaRPr lang="es-VE" sz="1400" noProof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Rectangle 1"/>
          <p:cNvSpPr>
            <a:spLocks noChangeArrowheads="1"/>
          </p:cNvSpPr>
          <p:nvPr/>
        </p:nvSpPr>
        <p:spPr bwMode="auto">
          <a:xfrm rot="16200000">
            <a:off x="6979291" y="2499915"/>
            <a:ext cx="3798249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VE" altLang="es-VE" sz="10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MEF: pequeñas reglas, grandes comportamientos.</a:t>
            </a:r>
            <a:endParaRPr kumimoji="0" lang="es-VE" altLang="es-VE" sz="10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508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57DC14-53DB-9A49-A5A7-00A8ADF2A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723901"/>
            <a:ext cx="6982691" cy="476249"/>
          </a:xfrm>
        </p:spPr>
        <p:txBody>
          <a:bodyPr/>
          <a:lstStyle/>
          <a:p>
            <a:r>
              <a:rPr lang="es-VE" dirty="0"/>
              <a:t>Minimización y Equivalencia de MEF</a:t>
            </a:r>
            <a:endParaRPr lang="en-BR" dirty="0"/>
          </a:p>
        </p:txBody>
      </p:sp>
      <p:grpSp>
        <p:nvGrpSpPr>
          <p:cNvPr id="8" name="Graphic 24">
            <a:extLst>
              <a:ext uri="{FF2B5EF4-FFF2-40B4-BE49-F238E27FC236}">
                <a16:creationId xmlns:a16="http://schemas.microsoft.com/office/drawing/2014/main" id="{F2D1DBDC-DF8D-F84D-8952-B013A24B05FC}"/>
              </a:ext>
            </a:extLst>
          </p:cNvPr>
          <p:cNvGrpSpPr/>
          <p:nvPr/>
        </p:nvGrpSpPr>
        <p:grpSpPr>
          <a:xfrm>
            <a:off x="1722715" y="1900049"/>
            <a:ext cx="498302" cy="558818"/>
            <a:chOff x="1722715" y="1900049"/>
            <a:chExt cx="498302" cy="558818"/>
          </a:xfrm>
          <a:noFill/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C608ED8-6A62-634E-8A66-E5DC8367AFA3}"/>
                </a:ext>
              </a:extLst>
            </p:cNvPr>
            <p:cNvSpPr/>
            <p:nvPr/>
          </p:nvSpPr>
          <p:spPr>
            <a:xfrm>
              <a:off x="1916165" y="2123727"/>
              <a:ext cx="111402" cy="111462"/>
            </a:xfrm>
            <a:custGeom>
              <a:avLst/>
              <a:gdLst>
                <a:gd name="connsiteX0" fmla="*/ 111403 w 111402"/>
                <a:gd name="connsiteY0" fmla="*/ 55731 h 111462"/>
                <a:gd name="connsiteX1" fmla="*/ 55701 w 111402"/>
                <a:gd name="connsiteY1" fmla="*/ 111462 h 111462"/>
                <a:gd name="connsiteX2" fmla="*/ 0 w 111402"/>
                <a:gd name="connsiteY2" fmla="*/ 55731 h 111462"/>
                <a:gd name="connsiteX3" fmla="*/ 55701 w 111402"/>
                <a:gd name="connsiteY3" fmla="*/ 0 h 111462"/>
                <a:gd name="connsiteX4" fmla="*/ 111403 w 111402"/>
                <a:gd name="connsiteY4" fmla="*/ 55731 h 11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402" h="111462">
                  <a:moveTo>
                    <a:pt x="111403" y="55731"/>
                  </a:moveTo>
                  <a:cubicBezTo>
                    <a:pt x="111403" y="86511"/>
                    <a:pt x="86465" y="111462"/>
                    <a:pt x="55701" y="111462"/>
                  </a:cubicBezTo>
                  <a:cubicBezTo>
                    <a:pt x="24938" y="111462"/>
                    <a:pt x="0" y="86511"/>
                    <a:pt x="0" y="55731"/>
                  </a:cubicBezTo>
                  <a:cubicBezTo>
                    <a:pt x="0" y="24952"/>
                    <a:pt x="24938" y="0"/>
                    <a:pt x="55701" y="0"/>
                  </a:cubicBezTo>
                  <a:cubicBezTo>
                    <a:pt x="86465" y="0"/>
                    <a:pt x="111403" y="24952"/>
                    <a:pt x="111403" y="55731"/>
                  </a:cubicBezTo>
                  <a:close/>
                </a:path>
              </a:pathLst>
            </a:custGeom>
            <a:noFill/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grpSp>
          <p:nvGrpSpPr>
            <p:cNvPr id="11" name="Graphic 24">
              <a:extLst>
                <a:ext uri="{FF2B5EF4-FFF2-40B4-BE49-F238E27FC236}">
                  <a16:creationId xmlns:a16="http://schemas.microsoft.com/office/drawing/2014/main" id="{9C44FC2D-73C1-F444-89E0-E2FD8D7B5724}"/>
                </a:ext>
              </a:extLst>
            </p:cNvPr>
            <p:cNvGrpSpPr/>
            <p:nvPr/>
          </p:nvGrpSpPr>
          <p:grpSpPr>
            <a:xfrm>
              <a:off x="1916165" y="1900049"/>
              <a:ext cx="111402" cy="558818"/>
              <a:chOff x="1916165" y="1900049"/>
              <a:chExt cx="111402" cy="558818"/>
            </a:xfrm>
            <a:noFill/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04930175-C23A-4744-9653-6B2D82245A98}"/>
                  </a:ext>
                </a:extLst>
              </p:cNvPr>
              <p:cNvSpPr/>
              <p:nvPr/>
            </p:nvSpPr>
            <p:spPr>
              <a:xfrm>
                <a:off x="1916165" y="1900049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5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C16874E9-06E7-F14D-A620-CA39D14C0460}"/>
                  </a:ext>
                </a:extLst>
              </p:cNvPr>
              <p:cNvSpPr/>
              <p:nvPr/>
            </p:nvSpPr>
            <p:spPr>
              <a:xfrm>
                <a:off x="1916165" y="2347405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5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grpSp>
          <p:nvGrpSpPr>
            <p:cNvPr id="27" name="Graphic 24">
              <a:extLst>
                <a:ext uri="{FF2B5EF4-FFF2-40B4-BE49-F238E27FC236}">
                  <a16:creationId xmlns:a16="http://schemas.microsoft.com/office/drawing/2014/main" id="{0D83FF35-A0C3-B24F-99F0-4D5D455452FC}"/>
                </a:ext>
              </a:extLst>
            </p:cNvPr>
            <p:cNvGrpSpPr/>
            <p:nvPr/>
          </p:nvGrpSpPr>
          <p:grpSpPr>
            <a:xfrm>
              <a:off x="1722715" y="2011511"/>
              <a:ext cx="498302" cy="335140"/>
              <a:chOff x="1722715" y="2011511"/>
              <a:chExt cx="498302" cy="335140"/>
            </a:xfrm>
            <a:noFill/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B9510E85-EE61-AB4F-A3F1-75DABC92BCAD}"/>
                  </a:ext>
                </a:extLst>
              </p:cNvPr>
              <p:cNvSpPr/>
              <p:nvPr/>
            </p:nvSpPr>
            <p:spPr>
              <a:xfrm>
                <a:off x="1722715" y="2011511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5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917E3357-AE95-5D4E-BCF2-CBD619461BEA}"/>
                  </a:ext>
                </a:extLst>
              </p:cNvPr>
              <p:cNvSpPr/>
              <p:nvPr/>
            </p:nvSpPr>
            <p:spPr>
              <a:xfrm>
                <a:off x="2109614" y="2235189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4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grpSp>
          <p:nvGrpSpPr>
            <p:cNvPr id="30" name="Graphic 24">
              <a:extLst>
                <a:ext uri="{FF2B5EF4-FFF2-40B4-BE49-F238E27FC236}">
                  <a16:creationId xmlns:a16="http://schemas.microsoft.com/office/drawing/2014/main" id="{3949594D-93DF-EC44-9477-5F6213B67BC0}"/>
                </a:ext>
              </a:extLst>
            </p:cNvPr>
            <p:cNvGrpSpPr/>
            <p:nvPr/>
          </p:nvGrpSpPr>
          <p:grpSpPr>
            <a:xfrm>
              <a:off x="1722715" y="2011511"/>
              <a:ext cx="498302" cy="335140"/>
              <a:chOff x="1722715" y="2011511"/>
              <a:chExt cx="498302" cy="335140"/>
            </a:xfrm>
            <a:noFill/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A55959C3-6CC8-3347-B7A3-0D64F91F4764}"/>
                  </a:ext>
                </a:extLst>
              </p:cNvPr>
              <p:cNvSpPr/>
              <p:nvPr/>
            </p:nvSpPr>
            <p:spPr>
              <a:xfrm>
                <a:off x="1722715" y="2235189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5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AB108042-F548-EF40-98FB-C58D0C71A007}"/>
                  </a:ext>
                </a:extLst>
              </p:cNvPr>
              <p:cNvSpPr/>
              <p:nvPr/>
            </p:nvSpPr>
            <p:spPr>
              <a:xfrm>
                <a:off x="2109614" y="2011511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4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BE774881-296D-D341-BF25-99807E498065}"/>
                </a:ext>
              </a:extLst>
            </p:cNvPr>
            <p:cNvSpPr/>
            <p:nvPr/>
          </p:nvSpPr>
          <p:spPr>
            <a:xfrm>
              <a:off x="1823580" y="1976868"/>
              <a:ext cx="97101" cy="58743"/>
            </a:xfrm>
            <a:custGeom>
              <a:avLst/>
              <a:gdLst>
                <a:gd name="connsiteX0" fmla="*/ 0 w 97101"/>
                <a:gd name="connsiteY0" fmla="*/ 58744 h 58743"/>
                <a:gd name="connsiteX1" fmla="*/ 97101 w 97101"/>
                <a:gd name="connsiteY1" fmla="*/ 0 h 5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101" h="58743">
                  <a:moveTo>
                    <a:pt x="0" y="58744"/>
                  </a:moveTo>
                  <a:lnTo>
                    <a:pt x="97101" y="0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FC8FA0E-959D-5443-9F5A-9BFAC119DA41}"/>
                </a:ext>
              </a:extLst>
            </p:cNvPr>
            <p:cNvSpPr/>
            <p:nvPr/>
          </p:nvSpPr>
          <p:spPr>
            <a:xfrm>
              <a:off x="2025310" y="2322552"/>
              <a:ext cx="97101" cy="59496"/>
            </a:xfrm>
            <a:custGeom>
              <a:avLst/>
              <a:gdLst>
                <a:gd name="connsiteX0" fmla="*/ 0 w 97101"/>
                <a:gd name="connsiteY0" fmla="*/ 59497 h 59496"/>
                <a:gd name="connsiteX1" fmla="*/ 97101 w 97101"/>
                <a:gd name="connsiteY1" fmla="*/ 0 h 5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101" h="59496">
                  <a:moveTo>
                    <a:pt x="0" y="59497"/>
                  </a:moveTo>
                  <a:lnTo>
                    <a:pt x="97101" y="0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20D3ECC-BBE3-A04E-AB0B-0CBFC1A08E6C}"/>
                </a:ext>
              </a:extLst>
            </p:cNvPr>
            <p:cNvSpPr/>
            <p:nvPr/>
          </p:nvSpPr>
          <p:spPr>
            <a:xfrm>
              <a:off x="1822827" y="2322552"/>
              <a:ext cx="96348" cy="59496"/>
            </a:xfrm>
            <a:custGeom>
              <a:avLst/>
              <a:gdLst>
                <a:gd name="connsiteX0" fmla="*/ 0 w 96348"/>
                <a:gd name="connsiteY0" fmla="*/ 0 h 59496"/>
                <a:gd name="connsiteX1" fmla="*/ 96348 w 96348"/>
                <a:gd name="connsiteY1" fmla="*/ 59497 h 5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348" h="59496">
                  <a:moveTo>
                    <a:pt x="0" y="0"/>
                  </a:moveTo>
                  <a:lnTo>
                    <a:pt x="96348" y="59497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49ED81C2-3742-544F-8876-575D651F6512}"/>
                </a:ext>
              </a:extLst>
            </p:cNvPr>
            <p:cNvSpPr/>
            <p:nvPr/>
          </p:nvSpPr>
          <p:spPr>
            <a:xfrm>
              <a:off x="2024557" y="1976868"/>
              <a:ext cx="96348" cy="58743"/>
            </a:xfrm>
            <a:custGeom>
              <a:avLst/>
              <a:gdLst>
                <a:gd name="connsiteX0" fmla="*/ 0 w 96348"/>
                <a:gd name="connsiteY0" fmla="*/ 0 h 58743"/>
                <a:gd name="connsiteX1" fmla="*/ 96348 w 96348"/>
                <a:gd name="connsiteY1" fmla="*/ 58744 h 5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348" h="58743">
                  <a:moveTo>
                    <a:pt x="0" y="0"/>
                  </a:moveTo>
                  <a:lnTo>
                    <a:pt x="96348" y="58744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E48F0EA-6842-3642-9A5D-DB0B6B63CA8A}"/>
                </a:ext>
              </a:extLst>
            </p:cNvPr>
            <p:cNvSpPr/>
            <p:nvPr/>
          </p:nvSpPr>
          <p:spPr>
            <a:xfrm>
              <a:off x="1778417" y="2122974"/>
              <a:ext cx="7527" cy="112215"/>
            </a:xfrm>
            <a:custGeom>
              <a:avLst/>
              <a:gdLst>
                <a:gd name="connsiteX0" fmla="*/ 0 w 7527"/>
                <a:gd name="connsiteY0" fmla="*/ 0 h 112215"/>
                <a:gd name="connsiteX1" fmla="*/ 0 w 7527"/>
                <a:gd name="connsiteY1" fmla="*/ 112215 h 11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27" h="112215">
                  <a:moveTo>
                    <a:pt x="0" y="0"/>
                  </a:moveTo>
                  <a:lnTo>
                    <a:pt x="0" y="112215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EF630CF-F73E-0744-BEC7-E767D78F856D}"/>
                </a:ext>
              </a:extLst>
            </p:cNvPr>
            <p:cNvSpPr/>
            <p:nvPr/>
          </p:nvSpPr>
          <p:spPr>
            <a:xfrm>
              <a:off x="2165316" y="2122974"/>
              <a:ext cx="7527" cy="112215"/>
            </a:xfrm>
            <a:custGeom>
              <a:avLst/>
              <a:gdLst>
                <a:gd name="connsiteX0" fmla="*/ 0 w 7527"/>
                <a:gd name="connsiteY0" fmla="*/ 0 h 112215"/>
                <a:gd name="connsiteX1" fmla="*/ 0 w 7527"/>
                <a:gd name="connsiteY1" fmla="*/ 112215 h 11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27" h="112215">
                  <a:moveTo>
                    <a:pt x="0" y="0"/>
                  </a:moveTo>
                  <a:lnTo>
                    <a:pt x="0" y="112215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EA188E4-77C6-2B42-943B-CADE9C5CA41C}"/>
                </a:ext>
              </a:extLst>
            </p:cNvPr>
            <p:cNvSpPr/>
            <p:nvPr/>
          </p:nvSpPr>
          <p:spPr>
            <a:xfrm>
              <a:off x="2020040" y="2207324"/>
              <a:ext cx="97101" cy="55731"/>
            </a:xfrm>
            <a:custGeom>
              <a:avLst/>
              <a:gdLst>
                <a:gd name="connsiteX0" fmla="*/ 0 w 97101"/>
                <a:gd name="connsiteY0" fmla="*/ 0 h 55731"/>
                <a:gd name="connsiteX1" fmla="*/ 97101 w 97101"/>
                <a:gd name="connsiteY1" fmla="*/ 55731 h 5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101" h="55731">
                  <a:moveTo>
                    <a:pt x="0" y="0"/>
                  </a:moveTo>
                  <a:lnTo>
                    <a:pt x="97101" y="55731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0F4D7D3-59F0-AB46-A866-A13C6801845E}"/>
                </a:ext>
              </a:extLst>
            </p:cNvPr>
            <p:cNvSpPr/>
            <p:nvPr/>
          </p:nvSpPr>
          <p:spPr>
            <a:xfrm>
              <a:off x="1826591" y="2095108"/>
              <a:ext cx="97101" cy="56484"/>
            </a:xfrm>
            <a:custGeom>
              <a:avLst/>
              <a:gdLst>
                <a:gd name="connsiteX0" fmla="*/ 0 w 97101"/>
                <a:gd name="connsiteY0" fmla="*/ 0 h 56484"/>
                <a:gd name="connsiteX1" fmla="*/ 97101 w 97101"/>
                <a:gd name="connsiteY1" fmla="*/ 56484 h 56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101" h="56484">
                  <a:moveTo>
                    <a:pt x="0" y="0"/>
                  </a:moveTo>
                  <a:lnTo>
                    <a:pt x="97101" y="56484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CE71681D-72ED-834A-AD05-EEE89A195B26}"/>
                </a:ext>
              </a:extLst>
            </p:cNvPr>
            <p:cNvSpPr/>
            <p:nvPr/>
          </p:nvSpPr>
          <p:spPr>
            <a:xfrm>
              <a:off x="2018535" y="2087577"/>
              <a:ext cx="94090" cy="61756"/>
            </a:xfrm>
            <a:custGeom>
              <a:avLst/>
              <a:gdLst>
                <a:gd name="connsiteX0" fmla="*/ 0 w 94090"/>
                <a:gd name="connsiteY0" fmla="*/ 61756 h 61756"/>
                <a:gd name="connsiteX1" fmla="*/ 94090 w 94090"/>
                <a:gd name="connsiteY1" fmla="*/ 0 h 61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090" h="61756">
                  <a:moveTo>
                    <a:pt x="0" y="61756"/>
                  </a:moveTo>
                  <a:lnTo>
                    <a:pt x="94090" y="0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71ABB74-F1BA-A34A-B291-CB2070D6354C}"/>
                </a:ext>
              </a:extLst>
            </p:cNvPr>
            <p:cNvSpPr/>
            <p:nvPr/>
          </p:nvSpPr>
          <p:spPr>
            <a:xfrm>
              <a:off x="1831107" y="2209583"/>
              <a:ext cx="93337" cy="61003"/>
            </a:xfrm>
            <a:custGeom>
              <a:avLst/>
              <a:gdLst>
                <a:gd name="connsiteX0" fmla="*/ 0 w 93337"/>
                <a:gd name="connsiteY0" fmla="*/ 61003 h 61003"/>
                <a:gd name="connsiteX1" fmla="*/ 93338 w 93337"/>
                <a:gd name="connsiteY1" fmla="*/ 0 h 61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337" h="61003">
                  <a:moveTo>
                    <a:pt x="0" y="61003"/>
                  </a:moveTo>
                  <a:lnTo>
                    <a:pt x="93338" y="0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C66900D-951A-E94F-8E80-1C122B7746FC}"/>
                </a:ext>
              </a:extLst>
            </p:cNvPr>
            <p:cNvSpPr/>
            <p:nvPr/>
          </p:nvSpPr>
          <p:spPr>
            <a:xfrm>
              <a:off x="1971866" y="2235189"/>
              <a:ext cx="7527" cy="112215"/>
            </a:xfrm>
            <a:custGeom>
              <a:avLst/>
              <a:gdLst>
                <a:gd name="connsiteX0" fmla="*/ 0 w 7527"/>
                <a:gd name="connsiteY0" fmla="*/ 0 h 112215"/>
                <a:gd name="connsiteX1" fmla="*/ 0 w 7527"/>
                <a:gd name="connsiteY1" fmla="*/ 112215 h 11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27" h="112215">
                  <a:moveTo>
                    <a:pt x="0" y="0"/>
                  </a:moveTo>
                  <a:lnTo>
                    <a:pt x="0" y="112215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D91F9D1-C324-E749-AA89-659CCF83504B}"/>
                </a:ext>
              </a:extLst>
            </p:cNvPr>
            <p:cNvSpPr/>
            <p:nvPr/>
          </p:nvSpPr>
          <p:spPr>
            <a:xfrm>
              <a:off x="1971866" y="2011511"/>
              <a:ext cx="7527" cy="112215"/>
            </a:xfrm>
            <a:custGeom>
              <a:avLst/>
              <a:gdLst>
                <a:gd name="connsiteX0" fmla="*/ 0 w 7527"/>
                <a:gd name="connsiteY0" fmla="*/ 0 h 112215"/>
                <a:gd name="connsiteX1" fmla="*/ 0 w 7527"/>
                <a:gd name="connsiteY1" fmla="*/ 112215 h 11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27" h="112215">
                  <a:moveTo>
                    <a:pt x="0" y="0"/>
                  </a:moveTo>
                  <a:lnTo>
                    <a:pt x="0" y="112215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</p:grpSp>
      <p:grpSp>
        <p:nvGrpSpPr>
          <p:cNvPr id="50" name="Graphic 2">
            <a:extLst>
              <a:ext uri="{FF2B5EF4-FFF2-40B4-BE49-F238E27FC236}">
                <a16:creationId xmlns:a16="http://schemas.microsoft.com/office/drawing/2014/main" id="{22BF3DAC-A182-344B-A814-314BCA08A55F}"/>
              </a:ext>
            </a:extLst>
          </p:cNvPr>
          <p:cNvGrpSpPr/>
          <p:nvPr/>
        </p:nvGrpSpPr>
        <p:grpSpPr>
          <a:xfrm>
            <a:off x="6534641" y="1895023"/>
            <a:ext cx="594598" cy="568120"/>
            <a:chOff x="6534641" y="1895023"/>
            <a:chExt cx="594598" cy="568120"/>
          </a:xfrm>
          <a:noFill/>
        </p:grpSpPr>
        <p:grpSp>
          <p:nvGrpSpPr>
            <p:cNvPr id="51" name="Graphic 2">
              <a:extLst>
                <a:ext uri="{FF2B5EF4-FFF2-40B4-BE49-F238E27FC236}">
                  <a16:creationId xmlns:a16="http://schemas.microsoft.com/office/drawing/2014/main" id="{3E11A675-1194-714A-9E4D-BA2C62AA1AA4}"/>
                </a:ext>
              </a:extLst>
            </p:cNvPr>
            <p:cNvGrpSpPr/>
            <p:nvPr/>
          </p:nvGrpSpPr>
          <p:grpSpPr>
            <a:xfrm>
              <a:off x="6660218" y="2072797"/>
              <a:ext cx="260987" cy="298811"/>
              <a:chOff x="6660218" y="2072797"/>
              <a:chExt cx="260987" cy="298811"/>
            </a:xfrm>
            <a:noFill/>
          </p:grpSpPr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A130ACFF-B230-374F-9B76-602ABC22C6D1}"/>
                  </a:ext>
                </a:extLst>
              </p:cNvPr>
              <p:cNvSpPr/>
              <p:nvPr/>
            </p:nvSpPr>
            <p:spPr>
              <a:xfrm>
                <a:off x="6660218" y="2147689"/>
                <a:ext cx="130872" cy="223919"/>
              </a:xfrm>
              <a:custGeom>
                <a:avLst/>
                <a:gdLst>
                  <a:gd name="connsiteX0" fmla="*/ 130872 w 130872"/>
                  <a:gd name="connsiteY0" fmla="*/ 223920 h 223919"/>
                  <a:gd name="connsiteX1" fmla="*/ 0 w 130872"/>
                  <a:gd name="connsiteY1" fmla="*/ 148271 h 223919"/>
                  <a:gd name="connsiteX2" fmla="*/ 0 w 130872"/>
                  <a:gd name="connsiteY2" fmla="*/ 0 h 223919"/>
                  <a:gd name="connsiteX3" fmla="*/ 130872 w 130872"/>
                  <a:gd name="connsiteY3" fmla="*/ 75649 h 223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872" h="223919">
                    <a:moveTo>
                      <a:pt x="130872" y="223920"/>
                    </a:moveTo>
                    <a:lnTo>
                      <a:pt x="0" y="148271"/>
                    </a:lnTo>
                    <a:lnTo>
                      <a:pt x="0" y="0"/>
                    </a:lnTo>
                    <a:lnTo>
                      <a:pt x="130872" y="75649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A726680B-2760-F84D-8D14-6D1EB0DCFACD}"/>
                  </a:ext>
                </a:extLst>
              </p:cNvPr>
              <p:cNvSpPr/>
              <p:nvPr/>
            </p:nvSpPr>
            <p:spPr>
              <a:xfrm>
                <a:off x="6791090" y="2147689"/>
                <a:ext cx="130115" cy="223919"/>
              </a:xfrm>
              <a:custGeom>
                <a:avLst/>
                <a:gdLst>
                  <a:gd name="connsiteX0" fmla="*/ 0 w 130115"/>
                  <a:gd name="connsiteY0" fmla="*/ 223920 h 223919"/>
                  <a:gd name="connsiteX1" fmla="*/ 130116 w 130115"/>
                  <a:gd name="connsiteY1" fmla="*/ 148271 h 223919"/>
                  <a:gd name="connsiteX2" fmla="*/ 130116 w 130115"/>
                  <a:gd name="connsiteY2" fmla="*/ 0 h 223919"/>
                  <a:gd name="connsiteX3" fmla="*/ 0 w 130115"/>
                  <a:gd name="connsiteY3" fmla="*/ 75649 h 223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115" h="223919">
                    <a:moveTo>
                      <a:pt x="0" y="223920"/>
                    </a:moveTo>
                    <a:lnTo>
                      <a:pt x="130116" y="148271"/>
                    </a:lnTo>
                    <a:lnTo>
                      <a:pt x="130116" y="0"/>
                    </a:lnTo>
                    <a:lnTo>
                      <a:pt x="0" y="75649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A96B8D13-7CDF-D74D-8C0C-CA30FABA19D8}"/>
                  </a:ext>
                </a:extLst>
              </p:cNvPr>
              <p:cNvSpPr/>
              <p:nvPr/>
            </p:nvSpPr>
            <p:spPr>
              <a:xfrm>
                <a:off x="6660218" y="2072797"/>
                <a:ext cx="260987" cy="150540"/>
              </a:xfrm>
              <a:custGeom>
                <a:avLst/>
                <a:gdLst>
                  <a:gd name="connsiteX0" fmla="*/ 260988 w 260987"/>
                  <a:gd name="connsiteY0" fmla="*/ 74892 h 150540"/>
                  <a:gd name="connsiteX1" fmla="*/ 130872 w 260987"/>
                  <a:gd name="connsiteY1" fmla="*/ 150541 h 150540"/>
                  <a:gd name="connsiteX2" fmla="*/ 0 w 260987"/>
                  <a:gd name="connsiteY2" fmla="*/ 74892 h 150540"/>
                  <a:gd name="connsiteX3" fmla="*/ 130872 w 260987"/>
                  <a:gd name="connsiteY3" fmla="*/ 0 h 150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0987" h="150540">
                    <a:moveTo>
                      <a:pt x="260988" y="74892"/>
                    </a:moveTo>
                    <a:lnTo>
                      <a:pt x="130872" y="150541"/>
                    </a:lnTo>
                    <a:lnTo>
                      <a:pt x="0" y="74892"/>
                    </a:lnTo>
                    <a:lnTo>
                      <a:pt x="130872" y="0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grpSp>
          <p:nvGrpSpPr>
            <p:cNvPr id="55" name="Graphic 2">
              <a:extLst>
                <a:ext uri="{FF2B5EF4-FFF2-40B4-BE49-F238E27FC236}">
                  <a16:creationId xmlns:a16="http://schemas.microsoft.com/office/drawing/2014/main" id="{1B00A2CE-705E-484C-8BB0-09BC44C7A8A5}"/>
                </a:ext>
              </a:extLst>
            </p:cNvPr>
            <p:cNvGrpSpPr/>
            <p:nvPr/>
          </p:nvGrpSpPr>
          <p:grpSpPr>
            <a:xfrm>
              <a:off x="6660218" y="1895023"/>
              <a:ext cx="469021" cy="536348"/>
              <a:chOff x="6660218" y="1895023"/>
              <a:chExt cx="469021" cy="536348"/>
            </a:xfrm>
            <a:noFill/>
          </p:grpSpPr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94252AD-96B3-B743-9FE8-A88BA6FE8997}"/>
                  </a:ext>
                </a:extLst>
              </p:cNvPr>
              <p:cNvSpPr/>
              <p:nvPr/>
            </p:nvSpPr>
            <p:spPr>
              <a:xfrm>
                <a:off x="6660218" y="2029677"/>
                <a:ext cx="234510" cy="401693"/>
              </a:xfrm>
              <a:custGeom>
                <a:avLst/>
                <a:gdLst>
                  <a:gd name="connsiteX0" fmla="*/ 234511 w 234510"/>
                  <a:gd name="connsiteY0" fmla="*/ 401694 h 401693"/>
                  <a:gd name="connsiteX1" fmla="*/ 0 w 234510"/>
                  <a:gd name="connsiteY1" fmla="*/ 266283 h 401693"/>
                  <a:gd name="connsiteX2" fmla="*/ 0 w 234510"/>
                  <a:gd name="connsiteY2" fmla="*/ 0 h 401693"/>
                  <a:gd name="connsiteX3" fmla="*/ 234511 w 234510"/>
                  <a:gd name="connsiteY3" fmla="*/ 135411 h 401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4510" h="401693">
                    <a:moveTo>
                      <a:pt x="234511" y="401694"/>
                    </a:moveTo>
                    <a:lnTo>
                      <a:pt x="0" y="266283"/>
                    </a:lnTo>
                    <a:lnTo>
                      <a:pt x="0" y="0"/>
                    </a:lnTo>
                    <a:lnTo>
                      <a:pt x="234511" y="135411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7134B490-42D0-5B43-9A4A-F93F7AD10032}"/>
                  </a:ext>
                </a:extLst>
              </p:cNvPr>
              <p:cNvSpPr/>
              <p:nvPr/>
            </p:nvSpPr>
            <p:spPr>
              <a:xfrm>
                <a:off x="6894728" y="2029677"/>
                <a:ext cx="234510" cy="401693"/>
              </a:xfrm>
              <a:custGeom>
                <a:avLst/>
                <a:gdLst>
                  <a:gd name="connsiteX0" fmla="*/ 0 w 234510"/>
                  <a:gd name="connsiteY0" fmla="*/ 401694 h 401693"/>
                  <a:gd name="connsiteX1" fmla="*/ 234511 w 234510"/>
                  <a:gd name="connsiteY1" fmla="*/ 266283 h 401693"/>
                  <a:gd name="connsiteX2" fmla="*/ 234511 w 234510"/>
                  <a:gd name="connsiteY2" fmla="*/ 0 h 401693"/>
                  <a:gd name="connsiteX3" fmla="*/ 0 w 234510"/>
                  <a:gd name="connsiteY3" fmla="*/ 135411 h 401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4510" h="401693">
                    <a:moveTo>
                      <a:pt x="0" y="401694"/>
                    </a:moveTo>
                    <a:lnTo>
                      <a:pt x="234511" y="266283"/>
                    </a:lnTo>
                    <a:lnTo>
                      <a:pt x="234511" y="0"/>
                    </a:lnTo>
                    <a:lnTo>
                      <a:pt x="0" y="135411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2063D461-9F9B-B440-A652-4D74C4F4FCCA}"/>
                  </a:ext>
                </a:extLst>
              </p:cNvPr>
              <p:cNvSpPr/>
              <p:nvPr/>
            </p:nvSpPr>
            <p:spPr>
              <a:xfrm>
                <a:off x="6660218" y="1895023"/>
                <a:ext cx="469021" cy="270065"/>
              </a:xfrm>
              <a:custGeom>
                <a:avLst/>
                <a:gdLst>
                  <a:gd name="connsiteX0" fmla="*/ 469021 w 469021"/>
                  <a:gd name="connsiteY0" fmla="*/ 134654 h 270065"/>
                  <a:gd name="connsiteX1" fmla="*/ 234511 w 469021"/>
                  <a:gd name="connsiteY1" fmla="*/ 270065 h 270065"/>
                  <a:gd name="connsiteX2" fmla="*/ 0 w 469021"/>
                  <a:gd name="connsiteY2" fmla="*/ 134654 h 270065"/>
                  <a:gd name="connsiteX3" fmla="*/ 234511 w 469021"/>
                  <a:gd name="connsiteY3" fmla="*/ 0 h 270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021" h="270065">
                    <a:moveTo>
                      <a:pt x="469021" y="134654"/>
                    </a:moveTo>
                    <a:lnTo>
                      <a:pt x="234511" y="270065"/>
                    </a:lnTo>
                    <a:lnTo>
                      <a:pt x="0" y="134654"/>
                    </a:lnTo>
                    <a:lnTo>
                      <a:pt x="234511" y="0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grpSp>
          <p:nvGrpSpPr>
            <p:cNvPr id="59" name="Graphic 2">
              <a:extLst>
                <a:ext uri="{FF2B5EF4-FFF2-40B4-BE49-F238E27FC236}">
                  <a16:creationId xmlns:a16="http://schemas.microsoft.com/office/drawing/2014/main" id="{3729587A-2DE5-3C48-BC23-56C8209618EB}"/>
                </a:ext>
              </a:extLst>
            </p:cNvPr>
            <p:cNvGrpSpPr/>
            <p:nvPr/>
          </p:nvGrpSpPr>
          <p:grpSpPr>
            <a:xfrm>
              <a:off x="6647357" y="2374635"/>
              <a:ext cx="138436" cy="88508"/>
              <a:chOff x="6647357" y="2374635"/>
              <a:chExt cx="138436" cy="88508"/>
            </a:xfrm>
            <a:noFill/>
          </p:grpSpPr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A31EB839-D90F-A748-AE26-308504126CB2}"/>
                  </a:ext>
                </a:extLst>
              </p:cNvPr>
              <p:cNvSpPr/>
              <p:nvPr/>
            </p:nvSpPr>
            <p:spPr>
              <a:xfrm>
                <a:off x="6647357" y="2374635"/>
                <a:ext cx="111203" cy="63544"/>
              </a:xfrm>
              <a:custGeom>
                <a:avLst/>
                <a:gdLst>
                  <a:gd name="connsiteX0" fmla="*/ 0 w 111203"/>
                  <a:gd name="connsiteY0" fmla="*/ 0 h 63544"/>
                  <a:gd name="connsiteX1" fmla="*/ 111203 w 111203"/>
                  <a:gd name="connsiteY1" fmla="*/ 63545 h 63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1203" h="63544">
                    <a:moveTo>
                      <a:pt x="0" y="0"/>
                    </a:moveTo>
                    <a:lnTo>
                      <a:pt x="111203" y="63545"/>
                    </a:lnTo>
                  </a:path>
                </a:pathLst>
              </a:custGeom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F8506475-DE8A-014B-8504-B917B23D2D7E}"/>
                  </a:ext>
                </a:extLst>
              </p:cNvPr>
              <p:cNvSpPr/>
              <p:nvPr/>
            </p:nvSpPr>
            <p:spPr>
              <a:xfrm>
                <a:off x="6744188" y="2410190"/>
                <a:ext cx="41606" cy="52953"/>
              </a:xfrm>
              <a:custGeom>
                <a:avLst/>
                <a:gdLst>
                  <a:gd name="connsiteX0" fmla="*/ 0 w 41606"/>
                  <a:gd name="connsiteY0" fmla="*/ 52954 h 52953"/>
                  <a:gd name="connsiteX1" fmla="*/ 41607 w 41606"/>
                  <a:gd name="connsiteY1" fmla="*/ 41607 h 52953"/>
                  <a:gd name="connsiteX2" fmla="*/ 30259 w 41606"/>
                  <a:gd name="connsiteY2" fmla="*/ 0 h 52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606" h="52953">
                    <a:moveTo>
                      <a:pt x="0" y="52954"/>
                    </a:moveTo>
                    <a:lnTo>
                      <a:pt x="41607" y="41607"/>
                    </a:lnTo>
                    <a:lnTo>
                      <a:pt x="30259" y="0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grpSp>
          <p:nvGrpSpPr>
            <p:cNvPr id="62" name="Graphic 2">
              <a:extLst>
                <a:ext uri="{FF2B5EF4-FFF2-40B4-BE49-F238E27FC236}">
                  <a16:creationId xmlns:a16="http://schemas.microsoft.com/office/drawing/2014/main" id="{02B4D21C-FD57-3E4C-A25F-6C0ADFAD6E70}"/>
                </a:ext>
              </a:extLst>
            </p:cNvPr>
            <p:cNvGrpSpPr/>
            <p:nvPr/>
          </p:nvGrpSpPr>
          <p:grpSpPr>
            <a:xfrm>
              <a:off x="6534641" y="2104569"/>
              <a:ext cx="61275" cy="158861"/>
              <a:chOff x="6534641" y="2104569"/>
              <a:chExt cx="61275" cy="158861"/>
            </a:xfrm>
            <a:noFill/>
          </p:grpSpPr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0C1BFEF3-503F-CA45-A67A-9ABB3A1BFB0D}"/>
                  </a:ext>
                </a:extLst>
              </p:cNvPr>
              <p:cNvSpPr/>
              <p:nvPr/>
            </p:nvSpPr>
            <p:spPr>
              <a:xfrm>
                <a:off x="6567170" y="2134829"/>
                <a:ext cx="7564" cy="128602"/>
              </a:xfrm>
              <a:custGeom>
                <a:avLst/>
                <a:gdLst>
                  <a:gd name="connsiteX0" fmla="*/ 0 w 7564"/>
                  <a:gd name="connsiteY0" fmla="*/ 128603 h 128602"/>
                  <a:gd name="connsiteX1" fmla="*/ 0 w 7564"/>
                  <a:gd name="connsiteY1" fmla="*/ 0 h 128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64" h="128602">
                    <a:moveTo>
                      <a:pt x="0" y="128603"/>
                    </a:moveTo>
                    <a:lnTo>
                      <a:pt x="0" y="0"/>
                    </a:lnTo>
                  </a:path>
                </a:pathLst>
              </a:custGeom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A8923866-9843-DF45-964F-A06CD83A5FA7}"/>
                  </a:ext>
                </a:extLst>
              </p:cNvPr>
              <p:cNvSpPr/>
              <p:nvPr/>
            </p:nvSpPr>
            <p:spPr>
              <a:xfrm>
                <a:off x="6534641" y="2104569"/>
                <a:ext cx="61275" cy="30259"/>
              </a:xfrm>
              <a:custGeom>
                <a:avLst/>
                <a:gdLst>
                  <a:gd name="connsiteX0" fmla="*/ 61275 w 61275"/>
                  <a:gd name="connsiteY0" fmla="*/ 30259 h 30259"/>
                  <a:gd name="connsiteX1" fmla="*/ 31016 w 61275"/>
                  <a:gd name="connsiteY1" fmla="*/ 0 h 30259"/>
                  <a:gd name="connsiteX2" fmla="*/ 0 w 61275"/>
                  <a:gd name="connsiteY2" fmla="*/ 30259 h 3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1275" h="30259">
                    <a:moveTo>
                      <a:pt x="61275" y="30259"/>
                    </a:moveTo>
                    <a:lnTo>
                      <a:pt x="31016" y="0"/>
                    </a:lnTo>
                    <a:lnTo>
                      <a:pt x="0" y="30259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</p:grpSp>
      <p:sp>
        <p:nvSpPr>
          <p:cNvPr id="66" name="Content Placeholder 5">
            <a:extLst>
              <a:ext uri="{FF2B5EF4-FFF2-40B4-BE49-F238E27FC236}">
                <a16:creationId xmlns:a16="http://schemas.microsoft.com/office/drawing/2014/main" id="{C337DE30-4434-5940-BA6B-434A0AC5107F}"/>
              </a:ext>
            </a:extLst>
          </p:cNvPr>
          <p:cNvSpPr txBox="1">
            <a:spLocks/>
          </p:cNvSpPr>
          <p:nvPr/>
        </p:nvSpPr>
        <p:spPr>
          <a:xfrm>
            <a:off x="533726" y="1657350"/>
            <a:ext cx="3885873" cy="145822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indent="0" defTabSz="914362">
              <a:spcBef>
                <a:spcPct val="20000"/>
              </a:spcBef>
              <a:buFont typeface="Arial" pitchFamily="34" charset="0"/>
              <a:buNone/>
              <a:defRPr sz="15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742919" indent="-285738" defTabSz="914362">
              <a:spcBef>
                <a:spcPct val="20000"/>
              </a:spcBef>
              <a:buFont typeface="Arial" pitchFamily="34" charset="0"/>
              <a:buChar char="–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142952" indent="-228591" defTabSz="914362">
              <a:spcBef>
                <a:spcPct val="20000"/>
              </a:spcBef>
              <a:buFont typeface="Arial" pitchFamily="34" charset="0"/>
              <a:buChar char="•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600134" indent="-228591" defTabSz="914362">
              <a:spcBef>
                <a:spcPct val="20000"/>
              </a:spcBef>
              <a:buFont typeface="Arial" pitchFamily="34" charset="0"/>
              <a:buChar char="–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314" indent="-228591" defTabSz="914362">
              <a:spcBef>
                <a:spcPct val="20000"/>
              </a:spcBef>
              <a:buFont typeface="Arial" pitchFamily="34" charset="0"/>
              <a:buChar char="»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5pPr>
            <a:lvl6pPr marL="2514495" indent="-228591" defTabSz="91436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676" indent="-228591" defTabSz="91436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8857" indent="-228591" defTabSz="91436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038" indent="-228591" defTabSz="91436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just"/>
            <a:r>
              <a:rPr lang="es-VE" noProof="1"/>
              <a:t>La minimización es el proceso de reducir el número de estados en una MEF sin alterar su comportamiento, optimizando la estructura y facilitando su implementación.</a:t>
            </a:r>
            <a:endParaRPr lang="en-US" noProof="1"/>
          </a:p>
        </p:txBody>
      </p:sp>
      <p:sp>
        <p:nvSpPr>
          <p:cNvPr id="2" name="Rectángulo 1"/>
          <p:cNvSpPr/>
          <p:nvPr/>
        </p:nvSpPr>
        <p:spPr>
          <a:xfrm>
            <a:off x="533726" y="2929920"/>
            <a:ext cx="4000783" cy="7848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algn="just" defTabSz="914362">
              <a:spcBef>
                <a:spcPct val="20000"/>
              </a:spcBef>
              <a:buFont typeface="Arial" pitchFamily="34" charset="0"/>
              <a:buNone/>
            </a:pPr>
            <a:r>
              <a:rPr lang="es-VE" sz="1600" dirty="0">
                <a:latin typeface="Segoe UI" panose="020B0502040204020203" pitchFamily="34" charset="0"/>
                <a:cs typeface="Segoe UI" panose="020B0502040204020203" pitchFamily="34" charset="0"/>
              </a:rPr>
              <a:t>Dos MEF son equivalentes si, ante la misma entrada, producen las mismas salidas y pasan por estados funcionalmente iguales.</a:t>
            </a:r>
          </a:p>
        </p:txBody>
      </p:sp>
      <p:sp>
        <p:nvSpPr>
          <p:cNvPr id="3" name="Rectángulo 2"/>
          <p:cNvSpPr/>
          <p:nvPr/>
        </p:nvSpPr>
        <p:spPr>
          <a:xfrm>
            <a:off x="533726" y="4011694"/>
            <a:ext cx="7543474" cy="15318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algn="just" defTabSz="914362">
              <a:spcBef>
                <a:spcPct val="20000"/>
              </a:spcBef>
              <a:buFont typeface="Arial" pitchFamily="34" charset="0"/>
              <a:buNone/>
            </a:pPr>
            <a:r>
              <a:rPr lang="es-VE" sz="1500" dirty="0">
                <a:latin typeface="Segoe UI" panose="020B0502040204020203" pitchFamily="34" charset="0"/>
                <a:cs typeface="Segoe UI" panose="020B0502040204020203" pitchFamily="34" charset="0"/>
              </a:rPr>
              <a:t>Es importante ya que ayuda a optimizar sistemas, reducir circuitos, minimizar errores y ahorrar recursos computacionales</a:t>
            </a:r>
            <a:r>
              <a:rPr lang="es-VE" sz="15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s-VE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 defTabSz="914362">
              <a:spcBef>
                <a:spcPct val="20000"/>
              </a:spcBef>
              <a:buFont typeface="Arial" pitchFamily="34" charset="0"/>
              <a:buNone/>
            </a:pPr>
            <a:endParaRPr lang="es-VE" sz="400" dirty="0" smtClean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just" defTabSz="914362">
              <a:spcBef>
                <a:spcPct val="20000"/>
              </a:spcBef>
              <a:buFont typeface="Arial" pitchFamily="34" charset="0"/>
              <a:buNone/>
            </a:pPr>
            <a:r>
              <a:rPr lang="es-VE" sz="1500" dirty="0" smtClean="0">
                <a:latin typeface="Segoe UI" panose="020B0502040204020203" pitchFamily="34" charset="0"/>
                <a:cs typeface="Segoe UI" panose="020B0502040204020203" pitchFamily="34" charset="0"/>
              </a:rPr>
              <a:t>Ejemplo: Si </a:t>
            </a:r>
            <a:r>
              <a:rPr lang="es-VE" sz="1500" dirty="0">
                <a:latin typeface="Segoe UI" panose="020B0502040204020203" pitchFamily="34" charset="0"/>
                <a:cs typeface="Segoe UI" panose="020B0502040204020203" pitchFamily="34" charset="0"/>
              </a:rPr>
              <a:t>una MEF tiene 6 estados pero 3 de ellos hacen lo mismo, podemos reducirla a solo 3 estados sin perder funcionalidad</a:t>
            </a:r>
            <a:r>
              <a:rPr lang="es-VE" sz="15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s-VE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Rectangle 1"/>
          <p:cNvSpPr>
            <a:spLocks noChangeArrowheads="1"/>
          </p:cNvSpPr>
          <p:nvPr/>
        </p:nvSpPr>
        <p:spPr bwMode="auto">
          <a:xfrm rot="16200000">
            <a:off x="6912615" y="2440934"/>
            <a:ext cx="393160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VE" altLang="es-VE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La MEF no piensa, solo sigue órdenes. Y aun así, hace maravillas</a:t>
            </a:r>
            <a:r>
              <a:rPr lang="es-VE" altLang="es-VE" sz="9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.</a:t>
            </a:r>
            <a:endParaRPr kumimoji="0" lang="es-VE" altLang="es-VE" sz="9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836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E57DC14-53DB-9A49-A5A7-00A8ADF2A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799" y="723901"/>
            <a:ext cx="6982691" cy="476249"/>
          </a:xfrm>
        </p:spPr>
        <p:txBody>
          <a:bodyPr/>
          <a:lstStyle/>
          <a:p>
            <a:r>
              <a:rPr lang="es-VE" dirty="0"/>
              <a:t>Máquinas de Turing</a:t>
            </a:r>
            <a:endParaRPr lang="en-BR" dirty="0"/>
          </a:p>
        </p:txBody>
      </p:sp>
      <p:grpSp>
        <p:nvGrpSpPr>
          <p:cNvPr id="8" name="Graphic 24">
            <a:extLst>
              <a:ext uri="{FF2B5EF4-FFF2-40B4-BE49-F238E27FC236}">
                <a16:creationId xmlns:a16="http://schemas.microsoft.com/office/drawing/2014/main" id="{F2D1DBDC-DF8D-F84D-8952-B013A24B05FC}"/>
              </a:ext>
            </a:extLst>
          </p:cNvPr>
          <p:cNvGrpSpPr/>
          <p:nvPr/>
        </p:nvGrpSpPr>
        <p:grpSpPr>
          <a:xfrm>
            <a:off x="1722715" y="1900049"/>
            <a:ext cx="498302" cy="558818"/>
            <a:chOff x="1722715" y="1900049"/>
            <a:chExt cx="498302" cy="558818"/>
          </a:xfrm>
          <a:noFill/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C608ED8-6A62-634E-8A66-E5DC8367AFA3}"/>
                </a:ext>
              </a:extLst>
            </p:cNvPr>
            <p:cNvSpPr/>
            <p:nvPr/>
          </p:nvSpPr>
          <p:spPr>
            <a:xfrm>
              <a:off x="1916165" y="2123727"/>
              <a:ext cx="111402" cy="111462"/>
            </a:xfrm>
            <a:custGeom>
              <a:avLst/>
              <a:gdLst>
                <a:gd name="connsiteX0" fmla="*/ 111403 w 111402"/>
                <a:gd name="connsiteY0" fmla="*/ 55731 h 111462"/>
                <a:gd name="connsiteX1" fmla="*/ 55701 w 111402"/>
                <a:gd name="connsiteY1" fmla="*/ 111462 h 111462"/>
                <a:gd name="connsiteX2" fmla="*/ 0 w 111402"/>
                <a:gd name="connsiteY2" fmla="*/ 55731 h 111462"/>
                <a:gd name="connsiteX3" fmla="*/ 55701 w 111402"/>
                <a:gd name="connsiteY3" fmla="*/ 0 h 111462"/>
                <a:gd name="connsiteX4" fmla="*/ 111403 w 111402"/>
                <a:gd name="connsiteY4" fmla="*/ 55731 h 11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402" h="111462">
                  <a:moveTo>
                    <a:pt x="111403" y="55731"/>
                  </a:moveTo>
                  <a:cubicBezTo>
                    <a:pt x="111403" y="86511"/>
                    <a:pt x="86465" y="111462"/>
                    <a:pt x="55701" y="111462"/>
                  </a:cubicBezTo>
                  <a:cubicBezTo>
                    <a:pt x="24938" y="111462"/>
                    <a:pt x="0" y="86511"/>
                    <a:pt x="0" y="55731"/>
                  </a:cubicBezTo>
                  <a:cubicBezTo>
                    <a:pt x="0" y="24952"/>
                    <a:pt x="24938" y="0"/>
                    <a:pt x="55701" y="0"/>
                  </a:cubicBezTo>
                  <a:cubicBezTo>
                    <a:pt x="86465" y="0"/>
                    <a:pt x="111403" y="24952"/>
                    <a:pt x="111403" y="55731"/>
                  </a:cubicBezTo>
                  <a:close/>
                </a:path>
              </a:pathLst>
            </a:custGeom>
            <a:noFill/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grpSp>
          <p:nvGrpSpPr>
            <p:cNvPr id="11" name="Graphic 24">
              <a:extLst>
                <a:ext uri="{FF2B5EF4-FFF2-40B4-BE49-F238E27FC236}">
                  <a16:creationId xmlns:a16="http://schemas.microsoft.com/office/drawing/2014/main" id="{9C44FC2D-73C1-F444-89E0-E2FD8D7B5724}"/>
                </a:ext>
              </a:extLst>
            </p:cNvPr>
            <p:cNvGrpSpPr/>
            <p:nvPr/>
          </p:nvGrpSpPr>
          <p:grpSpPr>
            <a:xfrm>
              <a:off x="1916165" y="1900049"/>
              <a:ext cx="111402" cy="558818"/>
              <a:chOff x="1916165" y="1900049"/>
              <a:chExt cx="111402" cy="558818"/>
            </a:xfrm>
            <a:noFill/>
          </p:grpSpPr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04930175-C23A-4744-9653-6B2D82245A98}"/>
                  </a:ext>
                </a:extLst>
              </p:cNvPr>
              <p:cNvSpPr/>
              <p:nvPr/>
            </p:nvSpPr>
            <p:spPr>
              <a:xfrm>
                <a:off x="1916165" y="1900049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5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C16874E9-06E7-F14D-A620-CA39D14C0460}"/>
                  </a:ext>
                </a:extLst>
              </p:cNvPr>
              <p:cNvSpPr/>
              <p:nvPr/>
            </p:nvSpPr>
            <p:spPr>
              <a:xfrm>
                <a:off x="1916165" y="2347405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5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grpSp>
          <p:nvGrpSpPr>
            <p:cNvPr id="27" name="Graphic 24">
              <a:extLst>
                <a:ext uri="{FF2B5EF4-FFF2-40B4-BE49-F238E27FC236}">
                  <a16:creationId xmlns:a16="http://schemas.microsoft.com/office/drawing/2014/main" id="{0D83FF35-A0C3-B24F-99F0-4D5D455452FC}"/>
                </a:ext>
              </a:extLst>
            </p:cNvPr>
            <p:cNvGrpSpPr/>
            <p:nvPr/>
          </p:nvGrpSpPr>
          <p:grpSpPr>
            <a:xfrm>
              <a:off x="1722715" y="2011511"/>
              <a:ext cx="498302" cy="335140"/>
              <a:chOff x="1722715" y="2011511"/>
              <a:chExt cx="498302" cy="335140"/>
            </a:xfrm>
            <a:noFill/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B9510E85-EE61-AB4F-A3F1-75DABC92BCAD}"/>
                  </a:ext>
                </a:extLst>
              </p:cNvPr>
              <p:cNvSpPr/>
              <p:nvPr/>
            </p:nvSpPr>
            <p:spPr>
              <a:xfrm>
                <a:off x="1722715" y="2011511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5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917E3357-AE95-5D4E-BCF2-CBD619461BEA}"/>
                  </a:ext>
                </a:extLst>
              </p:cNvPr>
              <p:cNvSpPr/>
              <p:nvPr/>
            </p:nvSpPr>
            <p:spPr>
              <a:xfrm>
                <a:off x="2109614" y="2235189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4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grpSp>
          <p:nvGrpSpPr>
            <p:cNvPr id="30" name="Graphic 24">
              <a:extLst>
                <a:ext uri="{FF2B5EF4-FFF2-40B4-BE49-F238E27FC236}">
                  <a16:creationId xmlns:a16="http://schemas.microsoft.com/office/drawing/2014/main" id="{3949594D-93DF-EC44-9477-5F6213B67BC0}"/>
                </a:ext>
              </a:extLst>
            </p:cNvPr>
            <p:cNvGrpSpPr/>
            <p:nvPr/>
          </p:nvGrpSpPr>
          <p:grpSpPr>
            <a:xfrm>
              <a:off x="1722715" y="2011511"/>
              <a:ext cx="498302" cy="335140"/>
              <a:chOff x="1722715" y="2011511"/>
              <a:chExt cx="498302" cy="335140"/>
            </a:xfrm>
            <a:noFill/>
          </p:grpSpPr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A55959C3-6CC8-3347-B7A3-0D64F91F4764}"/>
                  </a:ext>
                </a:extLst>
              </p:cNvPr>
              <p:cNvSpPr/>
              <p:nvPr/>
            </p:nvSpPr>
            <p:spPr>
              <a:xfrm>
                <a:off x="1722715" y="2235189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5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AB108042-F548-EF40-98FB-C58D0C71A007}"/>
                  </a:ext>
                </a:extLst>
              </p:cNvPr>
              <p:cNvSpPr/>
              <p:nvPr/>
            </p:nvSpPr>
            <p:spPr>
              <a:xfrm>
                <a:off x="2109614" y="2011511"/>
                <a:ext cx="111402" cy="111462"/>
              </a:xfrm>
              <a:custGeom>
                <a:avLst/>
                <a:gdLst>
                  <a:gd name="connsiteX0" fmla="*/ 111403 w 111402"/>
                  <a:gd name="connsiteY0" fmla="*/ 55731 h 111462"/>
                  <a:gd name="connsiteX1" fmla="*/ 55701 w 111402"/>
                  <a:gd name="connsiteY1" fmla="*/ 111462 h 111462"/>
                  <a:gd name="connsiteX2" fmla="*/ 0 w 111402"/>
                  <a:gd name="connsiteY2" fmla="*/ 55731 h 111462"/>
                  <a:gd name="connsiteX3" fmla="*/ 55701 w 111402"/>
                  <a:gd name="connsiteY3" fmla="*/ 0 h 111462"/>
                  <a:gd name="connsiteX4" fmla="*/ 111403 w 111402"/>
                  <a:gd name="connsiteY4" fmla="*/ 55731 h 111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1402" h="111462">
                    <a:moveTo>
                      <a:pt x="111403" y="55731"/>
                    </a:moveTo>
                    <a:cubicBezTo>
                      <a:pt x="111403" y="86511"/>
                      <a:pt x="86465" y="111462"/>
                      <a:pt x="55701" y="111462"/>
                    </a:cubicBezTo>
                    <a:cubicBezTo>
                      <a:pt x="24938" y="111462"/>
                      <a:pt x="0" y="86511"/>
                      <a:pt x="0" y="55731"/>
                    </a:cubicBezTo>
                    <a:cubicBezTo>
                      <a:pt x="0" y="24952"/>
                      <a:pt x="24938" y="0"/>
                      <a:pt x="55701" y="0"/>
                    </a:cubicBezTo>
                    <a:cubicBezTo>
                      <a:pt x="86464" y="0"/>
                      <a:pt x="111403" y="24952"/>
                      <a:pt x="111403" y="55731"/>
                    </a:cubicBezTo>
                    <a:close/>
                  </a:path>
                </a:pathLst>
              </a:custGeom>
              <a:noFill/>
              <a:ln w="7393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BE774881-296D-D341-BF25-99807E498065}"/>
                </a:ext>
              </a:extLst>
            </p:cNvPr>
            <p:cNvSpPr/>
            <p:nvPr/>
          </p:nvSpPr>
          <p:spPr>
            <a:xfrm>
              <a:off x="1823580" y="1976868"/>
              <a:ext cx="97101" cy="58743"/>
            </a:xfrm>
            <a:custGeom>
              <a:avLst/>
              <a:gdLst>
                <a:gd name="connsiteX0" fmla="*/ 0 w 97101"/>
                <a:gd name="connsiteY0" fmla="*/ 58744 h 58743"/>
                <a:gd name="connsiteX1" fmla="*/ 97101 w 97101"/>
                <a:gd name="connsiteY1" fmla="*/ 0 h 5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101" h="58743">
                  <a:moveTo>
                    <a:pt x="0" y="58744"/>
                  </a:moveTo>
                  <a:lnTo>
                    <a:pt x="97101" y="0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8FC8FA0E-959D-5443-9F5A-9BFAC119DA41}"/>
                </a:ext>
              </a:extLst>
            </p:cNvPr>
            <p:cNvSpPr/>
            <p:nvPr/>
          </p:nvSpPr>
          <p:spPr>
            <a:xfrm>
              <a:off x="2025310" y="2322552"/>
              <a:ext cx="97101" cy="59496"/>
            </a:xfrm>
            <a:custGeom>
              <a:avLst/>
              <a:gdLst>
                <a:gd name="connsiteX0" fmla="*/ 0 w 97101"/>
                <a:gd name="connsiteY0" fmla="*/ 59497 h 59496"/>
                <a:gd name="connsiteX1" fmla="*/ 97101 w 97101"/>
                <a:gd name="connsiteY1" fmla="*/ 0 h 5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101" h="59496">
                  <a:moveTo>
                    <a:pt x="0" y="59497"/>
                  </a:moveTo>
                  <a:lnTo>
                    <a:pt x="97101" y="0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20D3ECC-BBE3-A04E-AB0B-0CBFC1A08E6C}"/>
                </a:ext>
              </a:extLst>
            </p:cNvPr>
            <p:cNvSpPr/>
            <p:nvPr/>
          </p:nvSpPr>
          <p:spPr>
            <a:xfrm>
              <a:off x="1822827" y="2322552"/>
              <a:ext cx="96348" cy="59496"/>
            </a:xfrm>
            <a:custGeom>
              <a:avLst/>
              <a:gdLst>
                <a:gd name="connsiteX0" fmla="*/ 0 w 96348"/>
                <a:gd name="connsiteY0" fmla="*/ 0 h 59496"/>
                <a:gd name="connsiteX1" fmla="*/ 96348 w 96348"/>
                <a:gd name="connsiteY1" fmla="*/ 59497 h 5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348" h="59496">
                  <a:moveTo>
                    <a:pt x="0" y="0"/>
                  </a:moveTo>
                  <a:lnTo>
                    <a:pt x="96348" y="59497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49ED81C2-3742-544F-8876-575D651F6512}"/>
                </a:ext>
              </a:extLst>
            </p:cNvPr>
            <p:cNvSpPr/>
            <p:nvPr/>
          </p:nvSpPr>
          <p:spPr>
            <a:xfrm>
              <a:off x="2024557" y="1976868"/>
              <a:ext cx="96348" cy="58743"/>
            </a:xfrm>
            <a:custGeom>
              <a:avLst/>
              <a:gdLst>
                <a:gd name="connsiteX0" fmla="*/ 0 w 96348"/>
                <a:gd name="connsiteY0" fmla="*/ 0 h 58743"/>
                <a:gd name="connsiteX1" fmla="*/ 96348 w 96348"/>
                <a:gd name="connsiteY1" fmla="*/ 58744 h 5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348" h="58743">
                  <a:moveTo>
                    <a:pt x="0" y="0"/>
                  </a:moveTo>
                  <a:lnTo>
                    <a:pt x="96348" y="58744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E48F0EA-6842-3642-9A5D-DB0B6B63CA8A}"/>
                </a:ext>
              </a:extLst>
            </p:cNvPr>
            <p:cNvSpPr/>
            <p:nvPr/>
          </p:nvSpPr>
          <p:spPr>
            <a:xfrm>
              <a:off x="1778417" y="2122974"/>
              <a:ext cx="7527" cy="112215"/>
            </a:xfrm>
            <a:custGeom>
              <a:avLst/>
              <a:gdLst>
                <a:gd name="connsiteX0" fmla="*/ 0 w 7527"/>
                <a:gd name="connsiteY0" fmla="*/ 0 h 112215"/>
                <a:gd name="connsiteX1" fmla="*/ 0 w 7527"/>
                <a:gd name="connsiteY1" fmla="*/ 112215 h 11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27" h="112215">
                  <a:moveTo>
                    <a:pt x="0" y="0"/>
                  </a:moveTo>
                  <a:lnTo>
                    <a:pt x="0" y="112215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EF630CF-F73E-0744-BEC7-E767D78F856D}"/>
                </a:ext>
              </a:extLst>
            </p:cNvPr>
            <p:cNvSpPr/>
            <p:nvPr/>
          </p:nvSpPr>
          <p:spPr>
            <a:xfrm>
              <a:off x="2165316" y="2122974"/>
              <a:ext cx="7527" cy="112215"/>
            </a:xfrm>
            <a:custGeom>
              <a:avLst/>
              <a:gdLst>
                <a:gd name="connsiteX0" fmla="*/ 0 w 7527"/>
                <a:gd name="connsiteY0" fmla="*/ 0 h 112215"/>
                <a:gd name="connsiteX1" fmla="*/ 0 w 7527"/>
                <a:gd name="connsiteY1" fmla="*/ 112215 h 11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27" h="112215">
                  <a:moveTo>
                    <a:pt x="0" y="0"/>
                  </a:moveTo>
                  <a:lnTo>
                    <a:pt x="0" y="112215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EA188E4-77C6-2B42-943B-CADE9C5CA41C}"/>
                </a:ext>
              </a:extLst>
            </p:cNvPr>
            <p:cNvSpPr/>
            <p:nvPr/>
          </p:nvSpPr>
          <p:spPr>
            <a:xfrm>
              <a:off x="2020040" y="2207324"/>
              <a:ext cx="97101" cy="55731"/>
            </a:xfrm>
            <a:custGeom>
              <a:avLst/>
              <a:gdLst>
                <a:gd name="connsiteX0" fmla="*/ 0 w 97101"/>
                <a:gd name="connsiteY0" fmla="*/ 0 h 55731"/>
                <a:gd name="connsiteX1" fmla="*/ 97101 w 97101"/>
                <a:gd name="connsiteY1" fmla="*/ 55731 h 5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101" h="55731">
                  <a:moveTo>
                    <a:pt x="0" y="0"/>
                  </a:moveTo>
                  <a:lnTo>
                    <a:pt x="97101" y="55731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0F4D7D3-59F0-AB46-A866-A13C6801845E}"/>
                </a:ext>
              </a:extLst>
            </p:cNvPr>
            <p:cNvSpPr/>
            <p:nvPr/>
          </p:nvSpPr>
          <p:spPr>
            <a:xfrm>
              <a:off x="1826591" y="2095108"/>
              <a:ext cx="97101" cy="56484"/>
            </a:xfrm>
            <a:custGeom>
              <a:avLst/>
              <a:gdLst>
                <a:gd name="connsiteX0" fmla="*/ 0 w 97101"/>
                <a:gd name="connsiteY0" fmla="*/ 0 h 56484"/>
                <a:gd name="connsiteX1" fmla="*/ 97101 w 97101"/>
                <a:gd name="connsiteY1" fmla="*/ 56484 h 56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7101" h="56484">
                  <a:moveTo>
                    <a:pt x="0" y="0"/>
                  </a:moveTo>
                  <a:lnTo>
                    <a:pt x="97101" y="56484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CE71681D-72ED-834A-AD05-EEE89A195B26}"/>
                </a:ext>
              </a:extLst>
            </p:cNvPr>
            <p:cNvSpPr/>
            <p:nvPr/>
          </p:nvSpPr>
          <p:spPr>
            <a:xfrm>
              <a:off x="2018535" y="2087577"/>
              <a:ext cx="94090" cy="61756"/>
            </a:xfrm>
            <a:custGeom>
              <a:avLst/>
              <a:gdLst>
                <a:gd name="connsiteX0" fmla="*/ 0 w 94090"/>
                <a:gd name="connsiteY0" fmla="*/ 61756 h 61756"/>
                <a:gd name="connsiteX1" fmla="*/ 94090 w 94090"/>
                <a:gd name="connsiteY1" fmla="*/ 0 h 61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4090" h="61756">
                  <a:moveTo>
                    <a:pt x="0" y="61756"/>
                  </a:moveTo>
                  <a:lnTo>
                    <a:pt x="94090" y="0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71ABB74-F1BA-A34A-B291-CB2070D6354C}"/>
                </a:ext>
              </a:extLst>
            </p:cNvPr>
            <p:cNvSpPr/>
            <p:nvPr/>
          </p:nvSpPr>
          <p:spPr>
            <a:xfrm>
              <a:off x="1831107" y="2209583"/>
              <a:ext cx="93337" cy="61003"/>
            </a:xfrm>
            <a:custGeom>
              <a:avLst/>
              <a:gdLst>
                <a:gd name="connsiteX0" fmla="*/ 0 w 93337"/>
                <a:gd name="connsiteY0" fmla="*/ 61003 h 61003"/>
                <a:gd name="connsiteX1" fmla="*/ 93338 w 93337"/>
                <a:gd name="connsiteY1" fmla="*/ 0 h 61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3337" h="61003">
                  <a:moveTo>
                    <a:pt x="0" y="61003"/>
                  </a:moveTo>
                  <a:lnTo>
                    <a:pt x="93338" y="0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BC66900D-951A-E94F-8E80-1C122B7746FC}"/>
                </a:ext>
              </a:extLst>
            </p:cNvPr>
            <p:cNvSpPr/>
            <p:nvPr/>
          </p:nvSpPr>
          <p:spPr>
            <a:xfrm>
              <a:off x="1971866" y="2235189"/>
              <a:ext cx="7527" cy="112215"/>
            </a:xfrm>
            <a:custGeom>
              <a:avLst/>
              <a:gdLst>
                <a:gd name="connsiteX0" fmla="*/ 0 w 7527"/>
                <a:gd name="connsiteY0" fmla="*/ 0 h 112215"/>
                <a:gd name="connsiteX1" fmla="*/ 0 w 7527"/>
                <a:gd name="connsiteY1" fmla="*/ 112215 h 11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27" h="112215">
                  <a:moveTo>
                    <a:pt x="0" y="0"/>
                  </a:moveTo>
                  <a:lnTo>
                    <a:pt x="0" y="112215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0D91F9D1-C324-E749-AA89-659CCF83504B}"/>
                </a:ext>
              </a:extLst>
            </p:cNvPr>
            <p:cNvSpPr/>
            <p:nvPr/>
          </p:nvSpPr>
          <p:spPr>
            <a:xfrm>
              <a:off x="1971866" y="2011511"/>
              <a:ext cx="7527" cy="112215"/>
            </a:xfrm>
            <a:custGeom>
              <a:avLst/>
              <a:gdLst>
                <a:gd name="connsiteX0" fmla="*/ 0 w 7527"/>
                <a:gd name="connsiteY0" fmla="*/ 0 h 112215"/>
                <a:gd name="connsiteX1" fmla="*/ 0 w 7527"/>
                <a:gd name="connsiteY1" fmla="*/ 112215 h 112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527" h="112215">
                  <a:moveTo>
                    <a:pt x="0" y="0"/>
                  </a:moveTo>
                  <a:lnTo>
                    <a:pt x="0" y="112215"/>
                  </a:lnTo>
                </a:path>
              </a:pathLst>
            </a:custGeom>
            <a:ln w="7393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BR"/>
            </a:p>
          </p:txBody>
        </p:sp>
      </p:grpSp>
      <p:grpSp>
        <p:nvGrpSpPr>
          <p:cNvPr id="50" name="Graphic 2">
            <a:extLst>
              <a:ext uri="{FF2B5EF4-FFF2-40B4-BE49-F238E27FC236}">
                <a16:creationId xmlns:a16="http://schemas.microsoft.com/office/drawing/2014/main" id="{22BF3DAC-A182-344B-A814-314BCA08A55F}"/>
              </a:ext>
            </a:extLst>
          </p:cNvPr>
          <p:cNvGrpSpPr/>
          <p:nvPr/>
        </p:nvGrpSpPr>
        <p:grpSpPr>
          <a:xfrm>
            <a:off x="6534641" y="1895023"/>
            <a:ext cx="594598" cy="568120"/>
            <a:chOff x="6534641" y="1895023"/>
            <a:chExt cx="594598" cy="568120"/>
          </a:xfrm>
          <a:noFill/>
        </p:grpSpPr>
        <p:grpSp>
          <p:nvGrpSpPr>
            <p:cNvPr id="51" name="Graphic 2">
              <a:extLst>
                <a:ext uri="{FF2B5EF4-FFF2-40B4-BE49-F238E27FC236}">
                  <a16:creationId xmlns:a16="http://schemas.microsoft.com/office/drawing/2014/main" id="{3E11A675-1194-714A-9E4D-BA2C62AA1AA4}"/>
                </a:ext>
              </a:extLst>
            </p:cNvPr>
            <p:cNvGrpSpPr/>
            <p:nvPr/>
          </p:nvGrpSpPr>
          <p:grpSpPr>
            <a:xfrm>
              <a:off x="6660218" y="2072797"/>
              <a:ext cx="260987" cy="298811"/>
              <a:chOff x="6660218" y="2072797"/>
              <a:chExt cx="260987" cy="298811"/>
            </a:xfrm>
            <a:noFill/>
          </p:grpSpPr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A130ACFF-B230-374F-9B76-602ABC22C6D1}"/>
                  </a:ext>
                </a:extLst>
              </p:cNvPr>
              <p:cNvSpPr/>
              <p:nvPr/>
            </p:nvSpPr>
            <p:spPr>
              <a:xfrm>
                <a:off x="6660218" y="2147689"/>
                <a:ext cx="130872" cy="223919"/>
              </a:xfrm>
              <a:custGeom>
                <a:avLst/>
                <a:gdLst>
                  <a:gd name="connsiteX0" fmla="*/ 130872 w 130872"/>
                  <a:gd name="connsiteY0" fmla="*/ 223920 h 223919"/>
                  <a:gd name="connsiteX1" fmla="*/ 0 w 130872"/>
                  <a:gd name="connsiteY1" fmla="*/ 148271 h 223919"/>
                  <a:gd name="connsiteX2" fmla="*/ 0 w 130872"/>
                  <a:gd name="connsiteY2" fmla="*/ 0 h 223919"/>
                  <a:gd name="connsiteX3" fmla="*/ 130872 w 130872"/>
                  <a:gd name="connsiteY3" fmla="*/ 75649 h 223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872" h="223919">
                    <a:moveTo>
                      <a:pt x="130872" y="223920"/>
                    </a:moveTo>
                    <a:lnTo>
                      <a:pt x="0" y="148271"/>
                    </a:lnTo>
                    <a:lnTo>
                      <a:pt x="0" y="0"/>
                    </a:lnTo>
                    <a:lnTo>
                      <a:pt x="130872" y="75649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A726680B-2760-F84D-8D14-6D1EB0DCFACD}"/>
                  </a:ext>
                </a:extLst>
              </p:cNvPr>
              <p:cNvSpPr/>
              <p:nvPr/>
            </p:nvSpPr>
            <p:spPr>
              <a:xfrm>
                <a:off x="6791090" y="2147689"/>
                <a:ext cx="130115" cy="223919"/>
              </a:xfrm>
              <a:custGeom>
                <a:avLst/>
                <a:gdLst>
                  <a:gd name="connsiteX0" fmla="*/ 0 w 130115"/>
                  <a:gd name="connsiteY0" fmla="*/ 223920 h 223919"/>
                  <a:gd name="connsiteX1" fmla="*/ 130116 w 130115"/>
                  <a:gd name="connsiteY1" fmla="*/ 148271 h 223919"/>
                  <a:gd name="connsiteX2" fmla="*/ 130116 w 130115"/>
                  <a:gd name="connsiteY2" fmla="*/ 0 h 223919"/>
                  <a:gd name="connsiteX3" fmla="*/ 0 w 130115"/>
                  <a:gd name="connsiteY3" fmla="*/ 75649 h 223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0115" h="223919">
                    <a:moveTo>
                      <a:pt x="0" y="223920"/>
                    </a:moveTo>
                    <a:lnTo>
                      <a:pt x="130116" y="148271"/>
                    </a:lnTo>
                    <a:lnTo>
                      <a:pt x="130116" y="0"/>
                    </a:lnTo>
                    <a:lnTo>
                      <a:pt x="0" y="75649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A96B8D13-7CDF-D74D-8C0C-CA30FABA19D8}"/>
                  </a:ext>
                </a:extLst>
              </p:cNvPr>
              <p:cNvSpPr/>
              <p:nvPr/>
            </p:nvSpPr>
            <p:spPr>
              <a:xfrm>
                <a:off x="6660218" y="2072797"/>
                <a:ext cx="260987" cy="150540"/>
              </a:xfrm>
              <a:custGeom>
                <a:avLst/>
                <a:gdLst>
                  <a:gd name="connsiteX0" fmla="*/ 260988 w 260987"/>
                  <a:gd name="connsiteY0" fmla="*/ 74892 h 150540"/>
                  <a:gd name="connsiteX1" fmla="*/ 130872 w 260987"/>
                  <a:gd name="connsiteY1" fmla="*/ 150541 h 150540"/>
                  <a:gd name="connsiteX2" fmla="*/ 0 w 260987"/>
                  <a:gd name="connsiteY2" fmla="*/ 74892 h 150540"/>
                  <a:gd name="connsiteX3" fmla="*/ 130872 w 260987"/>
                  <a:gd name="connsiteY3" fmla="*/ 0 h 150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0987" h="150540">
                    <a:moveTo>
                      <a:pt x="260988" y="74892"/>
                    </a:moveTo>
                    <a:lnTo>
                      <a:pt x="130872" y="150541"/>
                    </a:lnTo>
                    <a:lnTo>
                      <a:pt x="0" y="74892"/>
                    </a:lnTo>
                    <a:lnTo>
                      <a:pt x="130872" y="0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grpSp>
          <p:nvGrpSpPr>
            <p:cNvPr id="55" name="Graphic 2">
              <a:extLst>
                <a:ext uri="{FF2B5EF4-FFF2-40B4-BE49-F238E27FC236}">
                  <a16:creationId xmlns:a16="http://schemas.microsoft.com/office/drawing/2014/main" id="{1B00A2CE-705E-484C-8BB0-09BC44C7A8A5}"/>
                </a:ext>
              </a:extLst>
            </p:cNvPr>
            <p:cNvGrpSpPr/>
            <p:nvPr/>
          </p:nvGrpSpPr>
          <p:grpSpPr>
            <a:xfrm>
              <a:off x="6660218" y="1895023"/>
              <a:ext cx="469021" cy="536348"/>
              <a:chOff x="6660218" y="1895023"/>
              <a:chExt cx="469021" cy="536348"/>
            </a:xfrm>
            <a:noFill/>
          </p:grpSpPr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894252AD-96B3-B743-9FE8-A88BA6FE8997}"/>
                  </a:ext>
                </a:extLst>
              </p:cNvPr>
              <p:cNvSpPr/>
              <p:nvPr/>
            </p:nvSpPr>
            <p:spPr>
              <a:xfrm>
                <a:off x="6660218" y="2029677"/>
                <a:ext cx="234510" cy="401693"/>
              </a:xfrm>
              <a:custGeom>
                <a:avLst/>
                <a:gdLst>
                  <a:gd name="connsiteX0" fmla="*/ 234511 w 234510"/>
                  <a:gd name="connsiteY0" fmla="*/ 401694 h 401693"/>
                  <a:gd name="connsiteX1" fmla="*/ 0 w 234510"/>
                  <a:gd name="connsiteY1" fmla="*/ 266283 h 401693"/>
                  <a:gd name="connsiteX2" fmla="*/ 0 w 234510"/>
                  <a:gd name="connsiteY2" fmla="*/ 0 h 401693"/>
                  <a:gd name="connsiteX3" fmla="*/ 234511 w 234510"/>
                  <a:gd name="connsiteY3" fmla="*/ 135411 h 401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4510" h="401693">
                    <a:moveTo>
                      <a:pt x="234511" y="401694"/>
                    </a:moveTo>
                    <a:lnTo>
                      <a:pt x="0" y="266283"/>
                    </a:lnTo>
                    <a:lnTo>
                      <a:pt x="0" y="0"/>
                    </a:lnTo>
                    <a:lnTo>
                      <a:pt x="234511" y="135411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7134B490-42D0-5B43-9A4A-F93F7AD10032}"/>
                  </a:ext>
                </a:extLst>
              </p:cNvPr>
              <p:cNvSpPr/>
              <p:nvPr/>
            </p:nvSpPr>
            <p:spPr>
              <a:xfrm>
                <a:off x="6894728" y="2029677"/>
                <a:ext cx="234510" cy="401693"/>
              </a:xfrm>
              <a:custGeom>
                <a:avLst/>
                <a:gdLst>
                  <a:gd name="connsiteX0" fmla="*/ 0 w 234510"/>
                  <a:gd name="connsiteY0" fmla="*/ 401694 h 401693"/>
                  <a:gd name="connsiteX1" fmla="*/ 234511 w 234510"/>
                  <a:gd name="connsiteY1" fmla="*/ 266283 h 401693"/>
                  <a:gd name="connsiteX2" fmla="*/ 234511 w 234510"/>
                  <a:gd name="connsiteY2" fmla="*/ 0 h 401693"/>
                  <a:gd name="connsiteX3" fmla="*/ 0 w 234510"/>
                  <a:gd name="connsiteY3" fmla="*/ 135411 h 401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4510" h="401693">
                    <a:moveTo>
                      <a:pt x="0" y="401694"/>
                    </a:moveTo>
                    <a:lnTo>
                      <a:pt x="234511" y="266283"/>
                    </a:lnTo>
                    <a:lnTo>
                      <a:pt x="234511" y="0"/>
                    </a:lnTo>
                    <a:lnTo>
                      <a:pt x="0" y="135411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2063D461-9F9B-B440-A652-4D74C4F4FCCA}"/>
                  </a:ext>
                </a:extLst>
              </p:cNvPr>
              <p:cNvSpPr/>
              <p:nvPr/>
            </p:nvSpPr>
            <p:spPr>
              <a:xfrm>
                <a:off x="6660218" y="1895023"/>
                <a:ext cx="469021" cy="270065"/>
              </a:xfrm>
              <a:custGeom>
                <a:avLst/>
                <a:gdLst>
                  <a:gd name="connsiteX0" fmla="*/ 469021 w 469021"/>
                  <a:gd name="connsiteY0" fmla="*/ 134654 h 270065"/>
                  <a:gd name="connsiteX1" fmla="*/ 234511 w 469021"/>
                  <a:gd name="connsiteY1" fmla="*/ 270065 h 270065"/>
                  <a:gd name="connsiteX2" fmla="*/ 0 w 469021"/>
                  <a:gd name="connsiteY2" fmla="*/ 134654 h 270065"/>
                  <a:gd name="connsiteX3" fmla="*/ 234511 w 469021"/>
                  <a:gd name="connsiteY3" fmla="*/ 0 h 270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9021" h="270065">
                    <a:moveTo>
                      <a:pt x="469021" y="134654"/>
                    </a:moveTo>
                    <a:lnTo>
                      <a:pt x="234511" y="270065"/>
                    </a:lnTo>
                    <a:lnTo>
                      <a:pt x="0" y="134654"/>
                    </a:lnTo>
                    <a:lnTo>
                      <a:pt x="234511" y="0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grpSp>
          <p:nvGrpSpPr>
            <p:cNvPr id="59" name="Graphic 2">
              <a:extLst>
                <a:ext uri="{FF2B5EF4-FFF2-40B4-BE49-F238E27FC236}">
                  <a16:creationId xmlns:a16="http://schemas.microsoft.com/office/drawing/2014/main" id="{3729587A-2DE5-3C48-BC23-56C8209618EB}"/>
                </a:ext>
              </a:extLst>
            </p:cNvPr>
            <p:cNvGrpSpPr/>
            <p:nvPr/>
          </p:nvGrpSpPr>
          <p:grpSpPr>
            <a:xfrm>
              <a:off x="6647357" y="2374635"/>
              <a:ext cx="138436" cy="88508"/>
              <a:chOff x="6647357" y="2374635"/>
              <a:chExt cx="138436" cy="88508"/>
            </a:xfrm>
            <a:noFill/>
          </p:grpSpPr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A31EB839-D90F-A748-AE26-308504126CB2}"/>
                  </a:ext>
                </a:extLst>
              </p:cNvPr>
              <p:cNvSpPr/>
              <p:nvPr/>
            </p:nvSpPr>
            <p:spPr>
              <a:xfrm>
                <a:off x="6647357" y="2374635"/>
                <a:ext cx="111203" cy="63544"/>
              </a:xfrm>
              <a:custGeom>
                <a:avLst/>
                <a:gdLst>
                  <a:gd name="connsiteX0" fmla="*/ 0 w 111203"/>
                  <a:gd name="connsiteY0" fmla="*/ 0 h 63544"/>
                  <a:gd name="connsiteX1" fmla="*/ 111203 w 111203"/>
                  <a:gd name="connsiteY1" fmla="*/ 63545 h 63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1203" h="63544">
                    <a:moveTo>
                      <a:pt x="0" y="0"/>
                    </a:moveTo>
                    <a:lnTo>
                      <a:pt x="111203" y="63545"/>
                    </a:lnTo>
                  </a:path>
                </a:pathLst>
              </a:custGeom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F8506475-DE8A-014B-8504-B917B23D2D7E}"/>
                  </a:ext>
                </a:extLst>
              </p:cNvPr>
              <p:cNvSpPr/>
              <p:nvPr/>
            </p:nvSpPr>
            <p:spPr>
              <a:xfrm>
                <a:off x="6744188" y="2410190"/>
                <a:ext cx="41606" cy="52953"/>
              </a:xfrm>
              <a:custGeom>
                <a:avLst/>
                <a:gdLst>
                  <a:gd name="connsiteX0" fmla="*/ 0 w 41606"/>
                  <a:gd name="connsiteY0" fmla="*/ 52954 h 52953"/>
                  <a:gd name="connsiteX1" fmla="*/ 41607 w 41606"/>
                  <a:gd name="connsiteY1" fmla="*/ 41607 h 52953"/>
                  <a:gd name="connsiteX2" fmla="*/ 30259 w 41606"/>
                  <a:gd name="connsiteY2" fmla="*/ 0 h 52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606" h="52953">
                    <a:moveTo>
                      <a:pt x="0" y="52954"/>
                    </a:moveTo>
                    <a:lnTo>
                      <a:pt x="41607" y="41607"/>
                    </a:lnTo>
                    <a:lnTo>
                      <a:pt x="30259" y="0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  <p:grpSp>
          <p:nvGrpSpPr>
            <p:cNvPr id="62" name="Graphic 2">
              <a:extLst>
                <a:ext uri="{FF2B5EF4-FFF2-40B4-BE49-F238E27FC236}">
                  <a16:creationId xmlns:a16="http://schemas.microsoft.com/office/drawing/2014/main" id="{02B4D21C-FD57-3E4C-A25F-6C0ADFAD6E70}"/>
                </a:ext>
              </a:extLst>
            </p:cNvPr>
            <p:cNvGrpSpPr/>
            <p:nvPr/>
          </p:nvGrpSpPr>
          <p:grpSpPr>
            <a:xfrm>
              <a:off x="6534641" y="2104569"/>
              <a:ext cx="61275" cy="158861"/>
              <a:chOff x="6534641" y="2104569"/>
              <a:chExt cx="61275" cy="158861"/>
            </a:xfrm>
            <a:noFill/>
          </p:grpSpPr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0C1BFEF3-503F-CA45-A67A-9ABB3A1BFB0D}"/>
                  </a:ext>
                </a:extLst>
              </p:cNvPr>
              <p:cNvSpPr/>
              <p:nvPr/>
            </p:nvSpPr>
            <p:spPr>
              <a:xfrm>
                <a:off x="6567170" y="2134829"/>
                <a:ext cx="7564" cy="128602"/>
              </a:xfrm>
              <a:custGeom>
                <a:avLst/>
                <a:gdLst>
                  <a:gd name="connsiteX0" fmla="*/ 0 w 7564"/>
                  <a:gd name="connsiteY0" fmla="*/ 128603 h 128602"/>
                  <a:gd name="connsiteX1" fmla="*/ 0 w 7564"/>
                  <a:gd name="connsiteY1" fmla="*/ 0 h 128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64" h="128602">
                    <a:moveTo>
                      <a:pt x="0" y="128603"/>
                    </a:moveTo>
                    <a:lnTo>
                      <a:pt x="0" y="0"/>
                    </a:lnTo>
                  </a:path>
                </a:pathLst>
              </a:custGeom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A8923866-9843-DF45-964F-A06CD83A5FA7}"/>
                  </a:ext>
                </a:extLst>
              </p:cNvPr>
              <p:cNvSpPr/>
              <p:nvPr/>
            </p:nvSpPr>
            <p:spPr>
              <a:xfrm>
                <a:off x="6534641" y="2104569"/>
                <a:ext cx="61275" cy="30259"/>
              </a:xfrm>
              <a:custGeom>
                <a:avLst/>
                <a:gdLst>
                  <a:gd name="connsiteX0" fmla="*/ 61275 w 61275"/>
                  <a:gd name="connsiteY0" fmla="*/ 30259 h 30259"/>
                  <a:gd name="connsiteX1" fmla="*/ 31016 w 61275"/>
                  <a:gd name="connsiteY1" fmla="*/ 0 h 30259"/>
                  <a:gd name="connsiteX2" fmla="*/ 0 w 61275"/>
                  <a:gd name="connsiteY2" fmla="*/ 30259 h 30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1275" h="30259">
                    <a:moveTo>
                      <a:pt x="61275" y="30259"/>
                    </a:moveTo>
                    <a:lnTo>
                      <a:pt x="31016" y="0"/>
                    </a:lnTo>
                    <a:lnTo>
                      <a:pt x="0" y="30259"/>
                    </a:lnTo>
                    <a:close/>
                  </a:path>
                </a:pathLst>
              </a:custGeom>
              <a:noFill/>
              <a:ln w="7501" cap="rnd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BR"/>
              </a:p>
            </p:txBody>
          </p:sp>
        </p:grpSp>
      </p:grpSp>
      <p:sp>
        <p:nvSpPr>
          <p:cNvPr id="66" name="Content Placeholder 5">
            <a:extLst>
              <a:ext uri="{FF2B5EF4-FFF2-40B4-BE49-F238E27FC236}">
                <a16:creationId xmlns:a16="http://schemas.microsoft.com/office/drawing/2014/main" id="{C337DE30-4434-5940-BA6B-434A0AC5107F}"/>
              </a:ext>
            </a:extLst>
          </p:cNvPr>
          <p:cNvSpPr txBox="1">
            <a:spLocks/>
          </p:cNvSpPr>
          <p:nvPr/>
        </p:nvSpPr>
        <p:spPr>
          <a:xfrm>
            <a:off x="5037466" y="1642493"/>
            <a:ext cx="3291324" cy="145822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indent="0" defTabSz="914362">
              <a:spcBef>
                <a:spcPct val="20000"/>
              </a:spcBef>
              <a:buFont typeface="Arial" pitchFamily="34" charset="0"/>
              <a:buNone/>
              <a:defRPr sz="15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742919" indent="-285738" defTabSz="914362">
              <a:spcBef>
                <a:spcPct val="20000"/>
              </a:spcBef>
              <a:buFont typeface="Arial" pitchFamily="34" charset="0"/>
              <a:buChar char="–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142952" indent="-228591" defTabSz="914362">
              <a:spcBef>
                <a:spcPct val="20000"/>
              </a:spcBef>
              <a:buFont typeface="Arial" pitchFamily="34" charset="0"/>
              <a:buChar char="•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600134" indent="-228591" defTabSz="914362">
              <a:spcBef>
                <a:spcPct val="20000"/>
              </a:spcBef>
              <a:buFont typeface="Arial" pitchFamily="34" charset="0"/>
              <a:buChar char="–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314" indent="-228591" defTabSz="914362">
              <a:spcBef>
                <a:spcPct val="20000"/>
              </a:spcBef>
              <a:buFont typeface="Arial" pitchFamily="34" charset="0"/>
              <a:buChar char="»"/>
              <a:defRPr sz="1400">
                <a:latin typeface="Segoe UI" panose="020B0502040204020203" pitchFamily="34" charset="0"/>
                <a:cs typeface="Segoe UI" panose="020B0502040204020203" pitchFamily="34" charset="0"/>
              </a:defRPr>
            </a:lvl5pPr>
            <a:lvl6pPr marL="2514495" indent="-228591" defTabSz="91436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676" indent="-228591" defTabSz="91436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8857" indent="-228591" defTabSz="91436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038" indent="-228591" defTabSz="91436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algn="just"/>
            <a:r>
              <a:rPr lang="es-VE" noProof="1"/>
              <a:t>Una Máquina de Turing es un modelo teórico que utiliza una cinta infinita y un cabezal que lee y escribe, guiado por un conjunto de reglas, capaz de simular cualquier proceso computacional.</a:t>
            </a:r>
            <a:endParaRPr lang="en-US" noProof="1"/>
          </a:p>
        </p:txBody>
      </p:sp>
      <p:sp>
        <p:nvSpPr>
          <p:cNvPr id="2" name="Rectángulo 1"/>
          <p:cNvSpPr/>
          <p:nvPr/>
        </p:nvSpPr>
        <p:spPr>
          <a:xfrm>
            <a:off x="685799" y="3509895"/>
            <a:ext cx="5105401" cy="163360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algn="just" defTabSz="914362">
              <a:spcBef>
                <a:spcPct val="20000"/>
              </a:spcBef>
              <a:buFont typeface="Arial" pitchFamily="34" charset="0"/>
              <a:buNone/>
            </a:pPr>
            <a:r>
              <a:rPr lang="es-VE" sz="1600" dirty="0">
                <a:latin typeface="Segoe UI" panose="020B0502040204020203" pitchFamily="34" charset="0"/>
                <a:cs typeface="Segoe UI" panose="020B0502040204020203" pitchFamily="34" charset="0"/>
              </a:rPr>
              <a:t>A diferencia de las MEF, tienen una cinta infinita, que actúa como una memoria, y un cabezal que puede leer, escribir y moverse a la izquierda o derecha</a:t>
            </a:r>
            <a:r>
              <a:rPr lang="es-VE" sz="1600" dirty="0" smtClean="0">
                <a:latin typeface="Segoe UI" panose="020B0502040204020203" pitchFamily="34" charset="0"/>
                <a:cs typeface="Segoe UI" panose="020B0502040204020203" pitchFamily="34" charset="0"/>
              </a:rPr>
              <a:t>. Esto </a:t>
            </a:r>
            <a:r>
              <a:rPr lang="es-VE" sz="1600" dirty="0">
                <a:latin typeface="Segoe UI" panose="020B0502040204020203" pitchFamily="34" charset="0"/>
                <a:cs typeface="Segoe UI" panose="020B0502040204020203" pitchFamily="34" charset="0"/>
              </a:rPr>
              <a:t>les permite realizar tareas mucho más complejas, como simular algoritmos, resolver ecuaciones o incluso ejecutar programas.</a:t>
            </a:r>
          </a:p>
        </p:txBody>
      </p:sp>
      <p:sp>
        <p:nvSpPr>
          <p:cNvPr id="46" name="Rectangle 1"/>
          <p:cNvSpPr>
            <a:spLocks noChangeArrowheads="1"/>
          </p:cNvSpPr>
          <p:nvPr/>
        </p:nvSpPr>
        <p:spPr bwMode="auto">
          <a:xfrm rot="16200000">
            <a:off x="6912615" y="2440934"/>
            <a:ext cx="3931601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VE" altLang="es-VE" sz="900" dirty="0">
                <a:solidFill>
                  <a:schemeClr val="accent1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Una Máquina de Turing es una calculadora sin fin… literal</a:t>
            </a:r>
            <a:r>
              <a:rPr lang="es-VE" altLang="es-VE" sz="9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Segoe Print" panose="02000600000000000000" pitchFamily="2" charset="0"/>
              </a:rPr>
              <a:t>.</a:t>
            </a:r>
            <a:endParaRPr kumimoji="0" lang="es-VE" altLang="es-VE" sz="9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Segoe Print" panose="02000600000000000000" pitchFamily="2" charset="0"/>
            </a:endParaRPr>
          </a:p>
        </p:txBody>
      </p:sp>
      <p:pic>
        <p:nvPicPr>
          <p:cNvPr id="7170" name="Picture 2" descr="Revista de Investigación Estudiantil Iluminate - Máquinas de Turing y sus  aplicacion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624" y="1580440"/>
            <a:ext cx="3229133" cy="1715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65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750"/>
            <a:ext cx="9144000" cy="48768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30FDFC7-870E-144F-8F50-C8F596314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-95250"/>
            <a:ext cx="5752171" cy="1055862"/>
          </a:xfrm>
        </p:spPr>
        <p:txBody>
          <a:bodyPr/>
          <a:lstStyle/>
          <a:p>
            <a:r>
              <a:rPr lang="es-UY" dirty="0" smtClean="0">
                <a:solidFill>
                  <a:schemeClr val="bg1"/>
                </a:solidFill>
              </a:rPr>
              <a:t>GRACIAS POR SU </a:t>
            </a:r>
            <a:r>
              <a:rPr lang="es-US" dirty="0" smtClean="0">
                <a:solidFill>
                  <a:schemeClr val="bg1"/>
                </a:solidFill>
              </a:rPr>
              <a:t>ATENCIÓN </a:t>
            </a:r>
            <a:endParaRPr lang="en-BR" dirty="0">
              <a:solidFill>
                <a:schemeClr val="bg1"/>
              </a:solidFill>
            </a:endParaRPr>
          </a:p>
        </p:txBody>
      </p:sp>
      <p:sp>
        <p:nvSpPr>
          <p:cNvPr id="7" name="Rectángulo 6"/>
          <p:cNvSpPr/>
          <p:nvPr/>
        </p:nvSpPr>
        <p:spPr>
          <a:xfrm>
            <a:off x="152400" y="4248150"/>
            <a:ext cx="502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VE" b="1" dirty="0">
                <a:solidFill>
                  <a:schemeClr val="bg1"/>
                </a:solidFill>
                <a:latin typeface="Segoe Print" panose="02000600000000000000" pitchFamily="2" charset="0"/>
              </a:rPr>
              <a:t>Toda computadora es, en el fondo, una Máquina de Turing con límites físicos.</a:t>
            </a:r>
          </a:p>
        </p:txBody>
      </p:sp>
    </p:spTree>
    <p:extLst>
      <p:ext uri="{BB962C8B-B14F-4D97-AF65-F5344CB8AC3E}">
        <p14:creationId xmlns:p14="http://schemas.microsoft.com/office/powerpoint/2010/main" val="474703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Purple-Blockchain">
      <a:dk1>
        <a:srgbClr val="000000"/>
      </a:dk1>
      <a:lt1>
        <a:srgbClr val="FFFFFF"/>
      </a:lt1>
      <a:dk2>
        <a:srgbClr val="131115"/>
      </a:dk2>
      <a:lt2>
        <a:srgbClr val="EAE9F4"/>
      </a:lt2>
      <a:accent1>
        <a:srgbClr val="8823ED"/>
      </a:accent1>
      <a:accent2>
        <a:srgbClr val="8853ED"/>
      </a:accent2>
      <a:accent3>
        <a:srgbClr val="CAC6D7"/>
      </a:accent3>
      <a:accent4>
        <a:srgbClr val="9ECAED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Blue">
      <a:dk1>
        <a:srgbClr val="000000"/>
      </a:dk1>
      <a:lt1>
        <a:srgbClr val="FFFFFF"/>
      </a:lt1>
      <a:dk2>
        <a:srgbClr val="44546A"/>
      </a:dk2>
      <a:lt2>
        <a:srgbClr val="F5F3F9"/>
      </a:lt2>
      <a:accent1>
        <a:srgbClr val="009DFF"/>
      </a:accent1>
      <a:accent2>
        <a:srgbClr val="0052A9"/>
      </a:accent2>
      <a:accent3>
        <a:srgbClr val="E3EBF4"/>
      </a:accent3>
      <a:accent4>
        <a:srgbClr val="C9D9E7"/>
      </a:accent4>
      <a:accent5>
        <a:srgbClr val="00233C"/>
      </a:accent5>
      <a:accent6>
        <a:srgbClr val="61BCB3"/>
      </a:accent6>
      <a:hlink>
        <a:srgbClr val="DF538A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433</Words>
  <Application>Microsoft Office PowerPoint</Application>
  <PresentationFormat>Presentación en pantalla (16:9)</PresentationFormat>
  <Paragraphs>32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Calibri</vt:lpstr>
      <vt:lpstr>Segoe Print</vt:lpstr>
      <vt:lpstr>Segoe UI</vt:lpstr>
      <vt:lpstr>Segoe UI Black</vt:lpstr>
      <vt:lpstr>1_Office Theme</vt:lpstr>
      <vt:lpstr>2_Office Theme</vt:lpstr>
      <vt:lpstr>Máquinas de Estados Finitos y Máquinas de Turing: Fundamentos y Aplicaciones</vt:lpstr>
      <vt:lpstr>Fundamentos de las Máquinas de Estados Finitos</vt:lpstr>
      <vt:lpstr>Partes de una MEF</vt:lpstr>
      <vt:lpstr>Funcionamiento</vt:lpstr>
      <vt:lpstr>Minimización y Equivalencia de MEF</vt:lpstr>
      <vt:lpstr>Máquinas de Turing</vt:lpstr>
      <vt:lpstr>GRACIAS POR SU ATENCIÓN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2013-12-06T17:56:44Z</dcterms:created>
  <dcterms:modified xsi:type="dcterms:W3CDTF">2025-05-28T21:57:54Z</dcterms:modified>
</cp:coreProperties>
</file>